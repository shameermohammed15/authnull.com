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comment1.xml" ContentType="application/vnd.openxmlformats-officedocument.presentationml.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6" r:id="rId1"/>
    <p:sldMasterId id="2147483677" r:id="rId2"/>
    <p:sldMasterId id="2147483678" r:id="rId3"/>
  </p:sldMasterIdLst>
  <p:notesMasterIdLst>
    <p:notesMasterId r:id="rId2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el Shakir"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CB60269-F412-4260-8398-42C84F380DF2}">
  <a:tblStyle styleId="{4CB60269-F412-4260-8398-42C84F380DF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8"/>
  </p:normalViewPr>
  <p:slideViewPr>
    <p:cSldViewPr snapToGrid="0">
      <p:cViewPr varScale="1">
        <p:scale>
          <a:sx n="187" d="100"/>
          <a:sy n="187" d="100"/>
        </p:scale>
        <p:origin x="536"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commentAuthors" Target="commentAuthor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3-10-11T21:39:44.651" idx="1">
    <p:pos x="242" y="168"/>
    <p:text>You need a much simpler version of the Product Feature slide. I would make this a Reference slide for deep dive discussions and include a Vision slide as the last slide of your deck. Investors want to know if you're building a company or simply an interesting product or feature.
@a@authnull.com
_Assigned to a@authnull.com_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8515e3900c_2_16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28515e3900c_2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9009103c83_0_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 help desks are inundated by “Why is my account locked out kind of requests” or “can you please grant me access to this”. Between approving and explaining, IT help desk in large companies like Broadcom typically have full time contractors just responding to IT support tickets.</a:t>
            </a:r>
            <a:endParaRPr/>
          </a:p>
        </p:txBody>
      </p:sp>
      <p:sp>
        <p:nvSpPr>
          <p:cNvPr id="262" name="Google Shape;262;g29009103c83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8515e3900c_0_6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g28515e3900c_0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28515e3900c_0_11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g28515e3900c_0_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8c4e1323f3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g28c4e1323f3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28515e3900c_0_15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g28515e3900c_0_1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8c4e1323f3_0_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g28c4e1323f3_0_1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15900" lvl="0" indent="-203200" algn="l" rtl="0">
              <a:spcBef>
                <a:spcPts val="0"/>
              </a:spcBef>
              <a:spcAft>
                <a:spcPts val="0"/>
              </a:spcAft>
              <a:buClr>
                <a:schemeClr val="dk1"/>
              </a:buClr>
              <a:buSzPts val="1200"/>
              <a:buChar char="•"/>
            </a:pPr>
            <a:r>
              <a:rPr lang="en" sz="1200">
                <a:solidFill>
                  <a:schemeClr val="dk1"/>
                </a:solidFill>
              </a:rPr>
              <a:t>Between 0-24 months, a target of 10k businesses with average deal size of $25k per year suggests SAM of $250m. </a:t>
            </a:r>
            <a:endParaRPr sz="1200">
              <a:solidFill>
                <a:schemeClr val="dk1"/>
              </a:solidFill>
            </a:endParaRPr>
          </a:p>
          <a:p>
            <a:pPr marL="0" lvl="0" indent="0" algn="l" rtl="0">
              <a:spcBef>
                <a:spcPts val="0"/>
              </a:spcBef>
              <a:spcAft>
                <a:spcPts val="0"/>
              </a:spcAft>
              <a:buNone/>
            </a:pPr>
            <a:endParaRPr/>
          </a:p>
        </p:txBody>
      </p:sp>
      <p:sp>
        <p:nvSpPr>
          <p:cNvPr id="326" name="Google Shape;326;g28c4e1323f3_0_1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24ad98d6133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g24ad98d613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8515e3900c_2_34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7" name="Google Shape;347;g28515e3900c_2_3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4ad98d6133_0_1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2" name="Google Shape;392;g24ad98d6133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86d3245511_0_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g286d3245511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28c4e1323f3_0_16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4" name="Google Shape;414;g28c4e1323f3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286f6ac112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286f6ac112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28515e3900c_2_40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g28515e3900c_2_4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2926d70ed3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2926d70ed3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28c4e1323f3_0_10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g28c4e1323f3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28c4e1323f3_0_6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3" name="Google Shape;493;g28c4e1323f3_0_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28515e3900c_2_21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9" name="Google Shape;509;g28515e3900c_2_2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4812030" y="3326130"/>
            <a:ext cx="3706328" cy="841651"/>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rgbClr val="0000C6"/>
              </a:buClr>
              <a:buSzPts val="2700"/>
              <a:buFont typeface="Arial"/>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0" name="Google Shape;60;p14"/>
          <p:cNvSpPr txBox="1">
            <a:spLocks noGrp="1"/>
          </p:cNvSpPr>
          <p:nvPr>
            <p:ph type="subTitle" idx="1"/>
          </p:nvPr>
        </p:nvSpPr>
        <p:spPr>
          <a:xfrm>
            <a:off x="4812031" y="4190168"/>
            <a:ext cx="3706328" cy="297495"/>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dk1"/>
              </a:buClr>
              <a:buSzPts val="1200"/>
              <a:buNone/>
              <a:defRPr sz="12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ntroduction" type="secHead">
  <p:cSld name="SECTION_HEADER">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1021556" y="1253729"/>
            <a:ext cx="3833813" cy="903684"/>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0000C6"/>
              </a:buClr>
              <a:buSzPts val="2700"/>
              <a:buFont typeface="Arial"/>
              <a:buNone/>
              <a:defRPr sz="2700">
                <a:solidFill>
                  <a:srgbClr val="0000C6"/>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Google Shape;63;p15"/>
          <p:cNvSpPr txBox="1">
            <a:spLocks noGrp="1"/>
          </p:cNvSpPr>
          <p:nvPr>
            <p:ph type="body" idx="1"/>
          </p:nvPr>
        </p:nvSpPr>
        <p:spPr>
          <a:xfrm>
            <a:off x="1021556" y="2745581"/>
            <a:ext cx="3833813" cy="1144191"/>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64" name="Google Shape;64;p15"/>
          <p:cNvSpPr txBox="1">
            <a:spLocks noGrp="1"/>
          </p:cNvSpPr>
          <p:nvPr>
            <p:ph type="dt" idx="10"/>
          </p:nvPr>
        </p:nvSpPr>
        <p:spPr>
          <a:xfrm>
            <a:off x="628650" y="4767263"/>
            <a:ext cx="914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5" name="Google Shape;65;p15"/>
          <p:cNvSpPr txBox="1">
            <a:spLocks noGrp="1"/>
          </p:cNvSpPr>
          <p:nvPr>
            <p:ph type="ftr" idx="11"/>
          </p:nvPr>
        </p:nvSpPr>
        <p:spPr>
          <a:xfrm>
            <a:off x="1847850" y="4767263"/>
            <a:ext cx="260985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Google Shape;66;p1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b="0" i="0" u="none" strike="noStrike" cap="none">
                <a:solidFill>
                  <a:srgbClr val="888888"/>
                </a:solidFill>
                <a:latin typeface="Arial"/>
                <a:ea typeface="Arial"/>
                <a:cs typeface="Arial"/>
                <a:sym typeface="Arial"/>
              </a:defRPr>
            </a:lvl1pPr>
            <a:lvl2pPr marL="0" lvl="1" indent="0" algn="r">
              <a:spcBef>
                <a:spcPts val="0"/>
              </a:spcBef>
              <a:buNone/>
              <a:defRPr sz="700" b="0" i="0" u="none" strike="noStrike" cap="none">
                <a:solidFill>
                  <a:srgbClr val="888888"/>
                </a:solidFill>
                <a:latin typeface="Arial"/>
                <a:ea typeface="Arial"/>
                <a:cs typeface="Arial"/>
                <a:sym typeface="Arial"/>
              </a:defRPr>
            </a:lvl2pPr>
            <a:lvl3pPr marL="0" lvl="2" indent="0" algn="r">
              <a:spcBef>
                <a:spcPts val="0"/>
              </a:spcBef>
              <a:buNone/>
              <a:defRPr sz="700" b="0" i="0" u="none" strike="noStrike" cap="none">
                <a:solidFill>
                  <a:srgbClr val="888888"/>
                </a:solidFill>
                <a:latin typeface="Arial"/>
                <a:ea typeface="Arial"/>
                <a:cs typeface="Arial"/>
                <a:sym typeface="Arial"/>
              </a:defRPr>
            </a:lvl3pPr>
            <a:lvl4pPr marL="0" lvl="3" indent="0" algn="r">
              <a:spcBef>
                <a:spcPts val="0"/>
              </a:spcBef>
              <a:buNone/>
              <a:defRPr sz="700" b="0" i="0" u="none" strike="noStrike" cap="none">
                <a:solidFill>
                  <a:srgbClr val="888888"/>
                </a:solidFill>
                <a:latin typeface="Arial"/>
                <a:ea typeface="Arial"/>
                <a:cs typeface="Arial"/>
                <a:sym typeface="Arial"/>
              </a:defRPr>
            </a:lvl4pPr>
            <a:lvl5pPr marL="0" lvl="4" indent="0" algn="r">
              <a:spcBef>
                <a:spcPts val="0"/>
              </a:spcBef>
              <a:buNone/>
              <a:defRPr sz="700" b="0" i="0" u="none" strike="noStrike" cap="none">
                <a:solidFill>
                  <a:srgbClr val="888888"/>
                </a:solidFill>
                <a:latin typeface="Arial"/>
                <a:ea typeface="Arial"/>
                <a:cs typeface="Arial"/>
                <a:sym typeface="Arial"/>
              </a:defRPr>
            </a:lvl5pPr>
            <a:lvl6pPr marL="0" lvl="5" indent="0" algn="r">
              <a:spcBef>
                <a:spcPts val="0"/>
              </a:spcBef>
              <a:buNone/>
              <a:defRPr sz="700" b="0" i="0" u="none" strike="noStrike" cap="none">
                <a:solidFill>
                  <a:srgbClr val="888888"/>
                </a:solidFill>
                <a:latin typeface="Arial"/>
                <a:ea typeface="Arial"/>
                <a:cs typeface="Arial"/>
                <a:sym typeface="Arial"/>
              </a:defRPr>
            </a:lvl6pPr>
            <a:lvl7pPr marL="0" lvl="6" indent="0" algn="r">
              <a:spcBef>
                <a:spcPts val="0"/>
              </a:spcBef>
              <a:buNone/>
              <a:defRPr sz="700" b="0" i="0" u="none" strike="noStrike" cap="none">
                <a:solidFill>
                  <a:srgbClr val="888888"/>
                </a:solidFill>
                <a:latin typeface="Arial"/>
                <a:ea typeface="Arial"/>
                <a:cs typeface="Arial"/>
                <a:sym typeface="Arial"/>
              </a:defRPr>
            </a:lvl7pPr>
            <a:lvl8pPr marL="0" lvl="7" indent="0" algn="r">
              <a:spcBef>
                <a:spcPts val="0"/>
              </a:spcBef>
              <a:buNone/>
              <a:defRPr sz="700" b="0" i="0" u="none" strike="noStrike" cap="none">
                <a:solidFill>
                  <a:srgbClr val="888888"/>
                </a:solidFill>
                <a:latin typeface="Arial"/>
                <a:ea typeface="Arial"/>
                <a:cs typeface="Arial"/>
                <a:sym typeface="Arial"/>
              </a:defRPr>
            </a:lvl8pPr>
            <a:lvl9pPr marL="0" lvl="8" indent="0" algn="r">
              <a:spcBef>
                <a:spcPts val="0"/>
              </a:spcBef>
              <a:buNone/>
              <a:defRPr sz="7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TxTwoObj">
  <p:cSld name="TWO_OBJECTS_WITH_TEXT">
    <p:bg>
      <p:bgPr>
        <a:solidFill>
          <a:schemeClr val="lt1"/>
        </a:solidFill>
        <a:effectLst/>
      </p:bgPr>
    </p:bg>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2200275" y="669133"/>
            <a:ext cx="6316266"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0000C6"/>
              </a:buClr>
              <a:buSzPts val="2700"/>
              <a:buFont typeface="Arial"/>
              <a:buNone/>
              <a:defRPr sz="2700" b="1">
                <a:solidFill>
                  <a:srgbClr val="0000C6"/>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9" name="Google Shape;69;p16"/>
          <p:cNvSpPr txBox="1">
            <a:spLocks noGrp="1"/>
          </p:cNvSpPr>
          <p:nvPr>
            <p:ph type="body" idx="1"/>
          </p:nvPr>
        </p:nvSpPr>
        <p:spPr>
          <a:xfrm>
            <a:off x="2200275" y="2082702"/>
            <a:ext cx="2943225"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70" name="Google Shape;70;p16"/>
          <p:cNvSpPr txBox="1">
            <a:spLocks noGrp="1"/>
          </p:cNvSpPr>
          <p:nvPr>
            <p:ph type="body" idx="2"/>
          </p:nvPr>
        </p:nvSpPr>
        <p:spPr>
          <a:xfrm>
            <a:off x="2200275" y="2875955"/>
            <a:ext cx="2943225" cy="14984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lt1"/>
              </a:buClr>
              <a:buSzPts val="1100"/>
              <a:buNone/>
              <a:defRPr sz="1100">
                <a:solidFill>
                  <a:schemeClr val="lt1"/>
                </a:solidFill>
              </a:defRPr>
            </a:lvl1pPr>
            <a:lvl2pPr marL="914400" lvl="1" indent="-228600" algn="l">
              <a:lnSpc>
                <a:spcPct val="100000"/>
              </a:lnSpc>
              <a:spcBef>
                <a:spcPts val="400"/>
              </a:spcBef>
              <a:spcAft>
                <a:spcPts val="0"/>
              </a:spcAft>
              <a:buClr>
                <a:schemeClr val="lt1"/>
              </a:buClr>
              <a:buSzPts val="1100"/>
              <a:buNone/>
              <a:defRPr sz="1100">
                <a:solidFill>
                  <a:schemeClr val="lt1"/>
                </a:solidFill>
              </a:defRPr>
            </a:lvl2pPr>
            <a:lvl3pPr marL="1371600" lvl="2" indent="-228600" algn="l">
              <a:lnSpc>
                <a:spcPct val="100000"/>
              </a:lnSpc>
              <a:spcBef>
                <a:spcPts val="400"/>
              </a:spcBef>
              <a:spcAft>
                <a:spcPts val="0"/>
              </a:spcAft>
              <a:buClr>
                <a:schemeClr val="lt1"/>
              </a:buClr>
              <a:buSzPts val="1100"/>
              <a:buNone/>
              <a:defRPr sz="1100">
                <a:solidFill>
                  <a:schemeClr val="lt1"/>
                </a:solidFill>
              </a:defRPr>
            </a:lvl3pPr>
            <a:lvl4pPr marL="1828800" lvl="3" indent="-228600" algn="l">
              <a:lnSpc>
                <a:spcPct val="100000"/>
              </a:lnSpc>
              <a:spcBef>
                <a:spcPts val="400"/>
              </a:spcBef>
              <a:spcAft>
                <a:spcPts val="0"/>
              </a:spcAft>
              <a:buClr>
                <a:schemeClr val="lt1"/>
              </a:buClr>
              <a:buSzPts val="1100"/>
              <a:buNone/>
              <a:defRPr sz="1100">
                <a:solidFill>
                  <a:schemeClr val="lt1"/>
                </a:solidFill>
              </a:defRPr>
            </a:lvl4pPr>
            <a:lvl5pPr marL="2286000" lvl="4" indent="-228600" algn="l">
              <a:lnSpc>
                <a:spcPct val="100000"/>
              </a:lnSpc>
              <a:spcBef>
                <a:spcPts val="400"/>
              </a:spcBef>
              <a:spcAft>
                <a:spcPts val="0"/>
              </a:spcAft>
              <a:buClr>
                <a:schemeClr val="lt1"/>
              </a:buClr>
              <a:buSzPts val="1100"/>
              <a:buNone/>
              <a:defRPr sz="1100">
                <a:solidFill>
                  <a:schemeClr val="lt1"/>
                </a:solidFil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Google Shape;71;p16"/>
          <p:cNvSpPr txBox="1">
            <a:spLocks noGrp="1"/>
          </p:cNvSpPr>
          <p:nvPr>
            <p:ph type="body" idx="3"/>
          </p:nvPr>
        </p:nvSpPr>
        <p:spPr>
          <a:xfrm>
            <a:off x="5557630" y="2082702"/>
            <a:ext cx="2957720"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72" name="Google Shape;72;p16"/>
          <p:cNvSpPr txBox="1">
            <a:spLocks noGrp="1"/>
          </p:cNvSpPr>
          <p:nvPr>
            <p:ph type="body" idx="4"/>
          </p:nvPr>
        </p:nvSpPr>
        <p:spPr>
          <a:xfrm>
            <a:off x="5557630" y="2875955"/>
            <a:ext cx="2957720" cy="14984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lt1"/>
              </a:buClr>
              <a:buSzPts val="1100"/>
              <a:buNone/>
              <a:defRPr sz="1100">
                <a:solidFill>
                  <a:schemeClr val="lt1"/>
                </a:solidFill>
              </a:defRPr>
            </a:lvl1pPr>
            <a:lvl2pPr marL="914400" lvl="1" indent="-228600" algn="l">
              <a:lnSpc>
                <a:spcPct val="100000"/>
              </a:lnSpc>
              <a:spcBef>
                <a:spcPts val="400"/>
              </a:spcBef>
              <a:spcAft>
                <a:spcPts val="0"/>
              </a:spcAft>
              <a:buClr>
                <a:schemeClr val="lt1"/>
              </a:buClr>
              <a:buSzPts val="1100"/>
              <a:buNone/>
              <a:defRPr sz="1100">
                <a:solidFill>
                  <a:schemeClr val="lt1"/>
                </a:solidFill>
              </a:defRPr>
            </a:lvl2pPr>
            <a:lvl3pPr marL="1371600" lvl="2" indent="-228600" algn="l">
              <a:lnSpc>
                <a:spcPct val="100000"/>
              </a:lnSpc>
              <a:spcBef>
                <a:spcPts val="400"/>
              </a:spcBef>
              <a:spcAft>
                <a:spcPts val="0"/>
              </a:spcAft>
              <a:buClr>
                <a:schemeClr val="lt1"/>
              </a:buClr>
              <a:buSzPts val="1100"/>
              <a:buNone/>
              <a:defRPr sz="1100">
                <a:solidFill>
                  <a:schemeClr val="lt1"/>
                </a:solidFill>
              </a:defRPr>
            </a:lvl3pPr>
            <a:lvl4pPr marL="1828800" lvl="3" indent="-228600" algn="l">
              <a:lnSpc>
                <a:spcPct val="100000"/>
              </a:lnSpc>
              <a:spcBef>
                <a:spcPts val="400"/>
              </a:spcBef>
              <a:spcAft>
                <a:spcPts val="0"/>
              </a:spcAft>
              <a:buClr>
                <a:schemeClr val="lt1"/>
              </a:buClr>
              <a:buSzPts val="1100"/>
              <a:buNone/>
              <a:defRPr sz="1100">
                <a:solidFill>
                  <a:schemeClr val="lt1"/>
                </a:solidFill>
              </a:defRPr>
            </a:lvl4pPr>
            <a:lvl5pPr marL="2286000" lvl="4" indent="-228600" algn="l">
              <a:lnSpc>
                <a:spcPct val="100000"/>
              </a:lnSpc>
              <a:spcBef>
                <a:spcPts val="400"/>
              </a:spcBef>
              <a:spcAft>
                <a:spcPts val="0"/>
              </a:spcAft>
              <a:buClr>
                <a:schemeClr val="lt1"/>
              </a:buClr>
              <a:buSzPts val="1100"/>
              <a:buNone/>
              <a:defRPr sz="1100">
                <a:solidFill>
                  <a:schemeClr val="lt1"/>
                </a:solidFil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4" name="Google Shape;74;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5" name="Google Shape;75;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a:solidFill>
                  <a:schemeClr val="lt1"/>
                </a:solidFill>
                <a:latin typeface="Arial"/>
                <a:ea typeface="Arial"/>
                <a:cs typeface="Arial"/>
                <a:sym typeface="Arial"/>
              </a:defRPr>
            </a:lvl1pPr>
            <a:lvl2pPr marL="0" lvl="1" indent="0" algn="r">
              <a:spcBef>
                <a:spcPts val="0"/>
              </a:spcBef>
              <a:buNone/>
              <a:defRPr sz="700">
                <a:solidFill>
                  <a:schemeClr val="lt1"/>
                </a:solidFill>
                <a:latin typeface="Arial"/>
                <a:ea typeface="Arial"/>
                <a:cs typeface="Arial"/>
                <a:sym typeface="Arial"/>
              </a:defRPr>
            </a:lvl2pPr>
            <a:lvl3pPr marL="0" lvl="2" indent="0" algn="r">
              <a:spcBef>
                <a:spcPts val="0"/>
              </a:spcBef>
              <a:buNone/>
              <a:defRPr sz="700">
                <a:solidFill>
                  <a:schemeClr val="lt1"/>
                </a:solidFill>
                <a:latin typeface="Arial"/>
                <a:ea typeface="Arial"/>
                <a:cs typeface="Arial"/>
                <a:sym typeface="Arial"/>
              </a:defRPr>
            </a:lvl3pPr>
            <a:lvl4pPr marL="0" lvl="3" indent="0" algn="r">
              <a:spcBef>
                <a:spcPts val="0"/>
              </a:spcBef>
              <a:buNone/>
              <a:defRPr sz="700">
                <a:solidFill>
                  <a:schemeClr val="lt1"/>
                </a:solidFill>
                <a:latin typeface="Arial"/>
                <a:ea typeface="Arial"/>
                <a:cs typeface="Arial"/>
                <a:sym typeface="Arial"/>
              </a:defRPr>
            </a:lvl4pPr>
            <a:lvl5pPr marL="0" lvl="4" indent="0" algn="r">
              <a:spcBef>
                <a:spcPts val="0"/>
              </a:spcBef>
              <a:buNone/>
              <a:defRPr sz="700">
                <a:solidFill>
                  <a:schemeClr val="lt1"/>
                </a:solidFill>
                <a:latin typeface="Arial"/>
                <a:ea typeface="Arial"/>
                <a:cs typeface="Arial"/>
                <a:sym typeface="Arial"/>
              </a:defRPr>
            </a:lvl5pPr>
            <a:lvl6pPr marL="0" lvl="5" indent="0" algn="r">
              <a:spcBef>
                <a:spcPts val="0"/>
              </a:spcBef>
              <a:buNone/>
              <a:defRPr sz="700">
                <a:solidFill>
                  <a:schemeClr val="lt1"/>
                </a:solidFill>
                <a:latin typeface="Arial"/>
                <a:ea typeface="Arial"/>
                <a:cs typeface="Arial"/>
                <a:sym typeface="Arial"/>
              </a:defRPr>
            </a:lvl6pPr>
            <a:lvl7pPr marL="0" lvl="6" indent="0" algn="r">
              <a:spcBef>
                <a:spcPts val="0"/>
              </a:spcBef>
              <a:buNone/>
              <a:defRPr sz="700">
                <a:solidFill>
                  <a:schemeClr val="lt1"/>
                </a:solidFill>
                <a:latin typeface="Arial"/>
                <a:ea typeface="Arial"/>
                <a:cs typeface="Arial"/>
                <a:sym typeface="Arial"/>
              </a:defRPr>
            </a:lvl7pPr>
            <a:lvl8pPr marL="0" lvl="7" indent="0" algn="r">
              <a:spcBef>
                <a:spcPts val="0"/>
              </a:spcBef>
              <a:buNone/>
              <a:defRPr sz="700">
                <a:solidFill>
                  <a:schemeClr val="lt1"/>
                </a:solidFill>
                <a:latin typeface="Arial"/>
                <a:ea typeface="Arial"/>
                <a:cs typeface="Arial"/>
                <a:sym typeface="Arial"/>
              </a:defRPr>
            </a:lvl8pPr>
            <a:lvl9pPr marL="0" lvl="8" indent="0" algn="r">
              <a:spcBef>
                <a:spcPts val="0"/>
              </a:spcBef>
              <a:buNone/>
              <a:defRPr sz="7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eam Slide 4 People">
  <p:cSld name="Team Slide 4 People">
    <p:bg>
      <p:bgPr>
        <a:solidFill>
          <a:schemeClr val="lt1"/>
        </a:solidFill>
        <a:effectLst/>
      </p:bgPr>
    </p:bg>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1413867" y="669133"/>
            <a:ext cx="6316266" cy="994172"/>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rgbClr val="0000C6"/>
              </a:buClr>
              <a:buSzPts val="2700"/>
              <a:buFont typeface="Arial"/>
              <a:buNone/>
              <a:defRPr sz="2700" b="1">
                <a:solidFill>
                  <a:srgbClr val="0000C6"/>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8" name="Google Shape;78;p17"/>
          <p:cNvSpPr>
            <a:spLocks noGrp="1"/>
          </p:cNvSpPr>
          <p:nvPr>
            <p:ph type="pic" idx="2"/>
          </p:nvPr>
        </p:nvSpPr>
        <p:spPr>
          <a:xfrm>
            <a:off x="1115386" y="2164556"/>
            <a:ext cx="1384133" cy="1384133"/>
          </a:xfrm>
          <a:prstGeom prst="rect">
            <a:avLst/>
          </a:prstGeom>
          <a:solidFill>
            <a:srgbClr val="F2F2F2"/>
          </a:solidFill>
          <a:ln>
            <a:noFill/>
          </a:ln>
        </p:spPr>
      </p:sp>
      <p:sp>
        <p:nvSpPr>
          <p:cNvPr id="79" name="Google Shape;79;p17"/>
          <p:cNvSpPr txBox="1">
            <a:spLocks noGrp="1"/>
          </p:cNvSpPr>
          <p:nvPr>
            <p:ph type="body" idx="1"/>
          </p:nvPr>
        </p:nvSpPr>
        <p:spPr>
          <a:xfrm>
            <a:off x="921426" y="3813393"/>
            <a:ext cx="1738280"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1100"/>
              <a:buNone/>
              <a:defRPr sz="11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0" name="Google Shape;80;p17"/>
          <p:cNvSpPr txBox="1">
            <a:spLocks noGrp="1"/>
          </p:cNvSpPr>
          <p:nvPr>
            <p:ph type="body" idx="3"/>
          </p:nvPr>
        </p:nvSpPr>
        <p:spPr>
          <a:xfrm>
            <a:off x="1115386" y="4098086"/>
            <a:ext cx="1384133"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1" name="Google Shape;81;p17"/>
          <p:cNvSpPr>
            <a:spLocks noGrp="1"/>
          </p:cNvSpPr>
          <p:nvPr>
            <p:ph type="pic" idx="4"/>
          </p:nvPr>
        </p:nvSpPr>
        <p:spPr>
          <a:xfrm>
            <a:off x="2877685" y="2164556"/>
            <a:ext cx="1384133" cy="1384133"/>
          </a:xfrm>
          <a:prstGeom prst="rect">
            <a:avLst/>
          </a:prstGeom>
          <a:solidFill>
            <a:srgbClr val="F2F2F2"/>
          </a:solidFill>
          <a:ln>
            <a:noFill/>
          </a:ln>
        </p:spPr>
      </p:sp>
      <p:sp>
        <p:nvSpPr>
          <p:cNvPr id="82" name="Google Shape;82;p17"/>
          <p:cNvSpPr txBox="1">
            <a:spLocks noGrp="1"/>
          </p:cNvSpPr>
          <p:nvPr>
            <p:ph type="body" idx="5"/>
          </p:nvPr>
        </p:nvSpPr>
        <p:spPr>
          <a:xfrm>
            <a:off x="2683725" y="3813393"/>
            <a:ext cx="1748112"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1100"/>
              <a:buNone/>
              <a:defRPr sz="11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3" name="Google Shape;83;p17"/>
          <p:cNvSpPr txBox="1">
            <a:spLocks noGrp="1"/>
          </p:cNvSpPr>
          <p:nvPr>
            <p:ph type="body" idx="6"/>
          </p:nvPr>
        </p:nvSpPr>
        <p:spPr>
          <a:xfrm>
            <a:off x="2877685" y="4109097"/>
            <a:ext cx="1391962"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4" name="Google Shape;84;p17"/>
          <p:cNvSpPr>
            <a:spLocks noGrp="1"/>
          </p:cNvSpPr>
          <p:nvPr>
            <p:ph type="pic" idx="7"/>
          </p:nvPr>
        </p:nvSpPr>
        <p:spPr>
          <a:xfrm>
            <a:off x="4745684" y="2164556"/>
            <a:ext cx="1384133" cy="1384133"/>
          </a:xfrm>
          <a:prstGeom prst="rect">
            <a:avLst/>
          </a:prstGeom>
          <a:solidFill>
            <a:srgbClr val="F2F2F2"/>
          </a:solidFill>
          <a:ln>
            <a:noFill/>
          </a:ln>
        </p:spPr>
      </p:sp>
      <p:sp>
        <p:nvSpPr>
          <p:cNvPr id="85" name="Google Shape;85;p17"/>
          <p:cNvSpPr txBox="1">
            <a:spLocks noGrp="1"/>
          </p:cNvSpPr>
          <p:nvPr>
            <p:ph type="body" idx="8"/>
          </p:nvPr>
        </p:nvSpPr>
        <p:spPr>
          <a:xfrm>
            <a:off x="4551723" y="3813393"/>
            <a:ext cx="1738280"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1100"/>
              <a:buNone/>
              <a:defRPr sz="11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6" name="Google Shape;86;p17"/>
          <p:cNvSpPr txBox="1">
            <a:spLocks noGrp="1"/>
          </p:cNvSpPr>
          <p:nvPr>
            <p:ph type="body" idx="9"/>
          </p:nvPr>
        </p:nvSpPr>
        <p:spPr>
          <a:xfrm>
            <a:off x="4745683" y="4109097"/>
            <a:ext cx="1384133"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7" name="Google Shape;87;p17"/>
          <p:cNvSpPr>
            <a:spLocks noGrp="1"/>
          </p:cNvSpPr>
          <p:nvPr>
            <p:ph type="pic" idx="13"/>
          </p:nvPr>
        </p:nvSpPr>
        <p:spPr>
          <a:xfrm>
            <a:off x="6560594" y="2164556"/>
            <a:ext cx="1384133" cy="1384133"/>
          </a:xfrm>
          <a:prstGeom prst="rect">
            <a:avLst/>
          </a:prstGeom>
          <a:solidFill>
            <a:srgbClr val="F2F2F2"/>
          </a:solidFill>
          <a:ln>
            <a:noFill/>
          </a:ln>
        </p:spPr>
      </p:sp>
      <p:sp>
        <p:nvSpPr>
          <p:cNvPr id="88" name="Google Shape;88;p17"/>
          <p:cNvSpPr txBox="1">
            <a:spLocks noGrp="1"/>
          </p:cNvSpPr>
          <p:nvPr>
            <p:ph type="body" idx="14"/>
          </p:nvPr>
        </p:nvSpPr>
        <p:spPr>
          <a:xfrm>
            <a:off x="6366634" y="3813393"/>
            <a:ext cx="1738279"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1100"/>
              <a:buNone/>
              <a:defRPr sz="11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9" name="Google Shape;89;p17"/>
          <p:cNvSpPr txBox="1">
            <a:spLocks noGrp="1"/>
          </p:cNvSpPr>
          <p:nvPr>
            <p:ph type="body" idx="15"/>
          </p:nvPr>
        </p:nvSpPr>
        <p:spPr>
          <a:xfrm>
            <a:off x="6560594" y="4098086"/>
            <a:ext cx="1384132"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0" name="Google Shape;90;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1" name="Google Shape;91;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a:solidFill>
                  <a:srgbClr val="888888"/>
                </a:solidFill>
                <a:latin typeface="Arial"/>
                <a:ea typeface="Arial"/>
                <a:cs typeface="Arial"/>
                <a:sym typeface="Arial"/>
              </a:defRPr>
            </a:lvl1pPr>
            <a:lvl2pPr marL="0" lvl="1" indent="0" algn="r">
              <a:spcBef>
                <a:spcPts val="0"/>
              </a:spcBef>
              <a:buNone/>
              <a:defRPr sz="700">
                <a:solidFill>
                  <a:srgbClr val="888888"/>
                </a:solidFill>
                <a:latin typeface="Arial"/>
                <a:ea typeface="Arial"/>
                <a:cs typeface="Arial"/>
                <a:sym typeface="Arial"/>
              </a:defRPr>
            </a:lvl2pPr>
            <a:lvl3pPr marL="0" lvl="2" indent="0" algn="r">
              <a:spcBef>
                <a:spcPts val="0"/>
              </a:spcBef>
              <a:buNone/>
              <a:defRPr sz="700">
                <a:solidFill>
                  <a:srgbClr val="888888"/>
                </a:solidFill>
                <a:latin typeface="Arial"/>
                <a:ea typeface="Arial"/>
                <a:cs typeface="Arial"/>
                <a:sym typeface="Arial"/>
              </a:defRPr>
            </a:lvl3pPr>
            <a:lvl4pPr marL="0" lvl="3" indent="0" algn="r">
              <a:spcBef>
                <a:spcPts val="0"/>
              </a:spcBef>
              <a:buNone/>
              <a:defRPr sz="700">
                <a:solidFill>
                  <a:srgbClr val="888888"/>
                </a:solidFill>
                <a:latin typeface="Arial"/>
                <a:ea typeface="Arial"/>
                <a:cs typeface="Arial"/>
                <a:sym typeface="Arial"/>
              </a:defRPr>
            </a:lvl4pPr>
            <a:lvl5pPr marL="0" lvl="4" indent="0" algn="r">
              <a:spcBef>
                <a:spcPts val="0"/>
              </a:spcBef>
              <a:buNone/>
              <a:defRPr sz="700">
                <a:solidFill>
                  <a:srgbClr val="888888"/>
                </a:solidFill>
                <a:latin typeface="Arial"/>
                <a:ea typeface="Arial"/>
                <a:cs typeface="Arial"/>
                <a:sym typeface="Arial"/>
              </a:defRPr>
            </a:lvl5pPr>
            <a:lvl6pPr marL="0" lvl="5" indent="0" algn="r">
              <a:spcBef>
                <a:spcPts val="0"/>
              </a:spcBef>
              <a:buNone/>
              <a:defRPr sz="700">
                <a:solidFill>
                  <a:srgbClr val="888888"/>
                </a:solidFill>
                <a:latin typeface="Arial"/>
                <a:ea typeface="Arial"/>
                <a:cs typeface="Arial"/>
                <a:sym typeface="Arial"/>
              </a:defRPr>
            </a:lvl6pPr>
            <a:lvl7pPr marL="0" lvl="6" indent="0" algn="r">
              <a:spcBef>
                <a:spcPts val="0"/>
              </a:spcBef>
              <a:buNone/>
              <a:defRPr sz="700">
                <a:solidFill>
                  <a:srgbClr val="888888"/>
                </a:solidFill>
                <a:latin typeface="Arial"/>
                <a:ea typeface="Arial"/>
                <a:cs typeface="Arial"/>
                <a:sym typeface="Arial"/>
              </a:defRPr>
            </a:lvl7pPr>
            <a:lvl8pPr marL="0" lvl="7" indent="0" algn="r">
              <a:spcBef>
                <a:spcPts val="0"/>
              </a:spcBef>
              <a:buNone/>
              <a:defRPr sz="700">
                <a:solidFill>
                  <a:srgbClr val="888888"/>
                </a:solidFill>
                <a:latin typeface="Arial"/>
                <a:ea typeface="Arial"/>
                <a:cs typeface="Arial"/>
                <a:sym typeface="Arial"/>
              </a:defRPr>
            </a:lvl8pPr>
            <a:lvl9pPr marL="0" lvl="8" indent="0" algn="r">
              <a:spcBef>
                <a:spcPts val="0"/>
              </a:spcBef>
              <a:buNone/>
              <a:defRPr sz="70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93"/>
        <p:cNvGrpSpPr/>
        <p:nvPr/>
      </p:nvGrpSpPr>
      <p:grpSpPr>
        <a:xfrm>
          <a:off x="0" y="0"/>
          <a:ext cx="0" cy="0"/>
          <a:chOff x="0" y="0"/>
          <a:chExt cx="0" cy="0"/>
        </a:xfrm>
      </p:grpSpPr>
      <p:pic>
        <p:nvPicPr>
          <p:cNvPr id="94" name="Google Shape;94;p18"/>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95" name="Google Shape;95;p18"/>
          <p:cNvSpPr txBox="1">
            <a:spLocks noGrp="1"/>
          </p:cNvSpPr>
          <p:nvPr>
            <p:ph type="title"/>
          </p:nvPr>
        </p:nvSpPr>
        <p:spPr>
          <a:xfrm>
            <a:off x="770138" y="422753"/>
            <a:ext cx="3742222" cy="1790828"/>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3600"/>
              <a:buFont typeface="Arial"/>
              <a:buNone/>
              <a:defRPr sz="3600" cap="none">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6" name="Google Shape;96;p18"/>
          <p:cNvSpPr txBox="1">
            <a:spLocks noGrp="1"/>
          </p:cNvSpPr>
          <p:nvPr>
            <p:ph type="body" idx="1"/>
          </p:nvPr>
        </p:nvSpPr>
        <p:spPr>
          <a:xfrm>
            <a:off x="770139" y="2648757"/>
            <a:ext cx="3742221" cy="1317432"/>
          </a:xfrm>
          <a:prstGeom prst="rect">
            <a:avLst/>
          </a:prstGeom>
          <a:noFill/>
          <a:ln>
            <a:noFill/>
          </a:ln>
        </p:spPr>
        <p:txBody>
          <a:bodyPr spcFirstLastPara="1" wrap="square" lIns="68575" tIns="34275" rIns="68575" bIns="34275" anchor="t" anchorCtr="0">
            <a:normAutofit/>
          </a:bodyPr>
          <a:lstStyle>
            <a:lvl1pPr marL="457200" lvl="0" indent="-228600" algn="ctr">
              <a:lnSpc>
                <a:spcPct val="150000"/>
              </a:lnSpc>
              <a:spcBef>
                <a:spcPts val="0"/>
              </a:spcBef>
              <a:spcAft>
                <a:spcPts val="0"/>
              </a:spcAft>
              <a:buClr>
                <a:schemeClr val="lt1"/>
              </a:buClr>
              <a:buSzPts val="1400"/>
              <a:buNone/>
              <a:defRPr sz="1400" i="0">
                <a:solidFill>
                  <a:schemeClr val="lt1"/>
                </a:solidFill>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7" name="Google Shape;97;p18"/>
          <p:cNvSpPr txBox="1">
            <a:spLocks noGrp="1"/>
          </p:cNvSpPr>
          <p:nvPr>
            <p:ph type="ftr" idx="11"/>
          </p:nvPr>
        </p:nvSpPr>
        <p:spPr>
          <a:xfrm rot="5400000">
            <a:off x="7905845" y="1056132"/>
            <a:ext cx="2077874"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sz="700" cap="none">
                <a:solidFill>
                  <a:schemeClr val="lt1"/>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18"/>
          <p:cNvSpPr txBox="1">
            <a:spLocks noGrp="1"/>
          </p:cNvSpPr>
          <p:nvPr>
            <p:ph type="sldNum" idx="12"/>
          </p:nvPr>
        </p:nvSpPr>
        <p:spPr>
          <a:xfrm>
            <a:off x="8639264" y="2373603"/>
            <a:ext cx="409433" cy="435022"/>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1200">
                <a:solidFill>
                  <a:schemeClr val="accent6"/>
                </a:solidFill>
                <a:latin typeface="Arial"/>
                <a:ea typeface="Arial"/>
                <a:cs typeface="Arial"/>
                <a:sym typeface="Arial"/>
              </a:defRPr>
            </a:lvl1pPr>
            <a:lvl2pPr marL="0" marR="0" lvl="1" indent="0" algn="r">
              <a:spcBef>
                <a:spcPts val="0"/>
              </a:spcBef>
              <a:buNone/>
              <a:defRPr sz="1200">
                <a:solidFill>
                  <a:schemeClr val="accent6"/>
                </a:solidFill>
                <a:latin typeface="Arial"/>
                <a:ea typeface="Arial"/>
                <a:cs typeface="Arial"/>
                <a:sym typeface="Arial"/>
              </a:defRPr>
            </a:lvl2pPr>
            <a:lvl3pPr marL="0" marR="0" lvl="2" indent="0" algn="r">
              <a:spcBef>
                <a:spcPts val="0"/>
              </a:spcBef>
              <a:buNone/>
              <a:defRPr sz="1200">
                <a:solidFill>
                  <a:schemeClr val="accent6"/>
                </a:solidFill>
                <a:latin typeface="Arial"/>
                <a:ea typeface="Arial"/>
                <a:cs typeface="Arial"/>
                <a:sym typeface="Arial"/>
              </a:defRPr>
            </a:lvl3pPr>
            <a:lvl4pPr marL="0" marR="0" lvl="3" indent="0" algn="r">
              <a:spcBef>
                <a:spcPts val="0"/>
              </a:spcBef>
              <a:buNone/>
              <a:defRPr sz="1200">
                <a:solidFill>
                  <a:schemeClr val="accent6"/>
                </a:solidFill>
                <a:latin typeface="Arial"/>
                <a:ea typeface="Arial"/>
                <a:cs typeface="Arial"/>
                <a:sym typeface="Arial"/>
              </a:defRPr>
            </a:lvl4pPr>
            <a:lvl5pPr marL="0" marR="0" lvl="4" indent="0" algn="r">
              <a:spcBef>
                <a:spcPts val="0"/>
              </a:spcBef>
              <a:buNone/>
              <a:defRPr sz="1200">
                <a:solidFill>
                  <a:schemeClr val="accent6"/>
                </a:solidFill>
                <a:latin typeface="Arial"/>
                <a:ea typeface="Arial"/>
                <a:cs typeface="Arial"/>
                <a:sym typeface="Arial"/>
              </a:defRPr>
            </a:lvl5pPr>
            <a:lvl6pPr marL="0" marR="0" lvl="5" indent="0" algn="r">
              <a:spcBef>
                <a:spcPts val="0"/>
              </a:spcBef>
              <a:buNone/>
              <a:defRPr sz="1200">
                <a:solidFill>
                  <a:schemeClr val="accent6"/>
                </a:solidFill>
                <a:latin typeface="Arial"/>
                <a:ea typeface="Arial"/>
                <a:cs typeface="Arial"/>
                <a:sym typeface="Arial"/>
              </a:defRPr>
            </a:lvl6pPr>
            <a:lvl7pPr marL="0" marR="0" lvl="6" indent="0" algn="r">
              <a:spcBef>
                <a:spcPts val="0"/>
              </a:spcBef>
              <a:buNone/>
              <a:defRPr sz="1200">
                <a:solidFill>
                  <a:schemeClr val="accent6"/>
                </a:solidFill>
                <a:latin typeface="Arial"/>
                <a:ea typeface="Arial"/>
                <a:cs typeface="Arial"/>
                <a:sym typeface="Arial"/>
              </a:defRPr>
            </a:lvl7pPr>
            <a:lvl8pPr marL="0" marR="0" lvl="7" indent="0" algn="r">
              <a:spcBef>
                <a:spcPts val="0"/>
              </a:spcBef>
              <a:buNone/>
              <a:defRPr sz="1200">
                <a:solidFill>
                  <a:schemeClr val="accent6"/>
                </a:solidFill>
                <a:latin typeface="Arial"/>
                <a:ea typeface="Arial"/>
                <a:cs typeface="Arial"/>
                <a:sym typeface="Arial"/>
              </a:defRPr>
            </a:lvl8pPr>
            <a:lvl9pPr marL="0" marR="0" lvl="8" indent="0" algn="r">
              <a:spcBef>
                <a:spcPts val="0"/>
              </a:spcBef>
              <a:buNone/>
              <a:defRPr sz="1200">
                <a:solidFill>
                  <a:schemeClr val="accent6"/>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99" name="Google Shape;99;p18"/>
          <p:cNvSpPr txBox="1">
            <a:spLocks noGrp="1"/>
          </p:cNvSpPr>
          <p:nvPr>
            <p:ph type="dt" idx="10"/>
          </p:nvPr>
        </p:nvSpPr>
        <p:spPr>
          <a:xfrm rot="5400000">
            <a:off x="7946993" y="3806190"/>
            <a:ext cx="198575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solidFill>
                  <a:schemeClr val="lt1"/>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genda" type="obj">
  <p:cSld name="OBJECT">
    <p:bg>
      <p:bgPr>
        <a:solidFill>
          <a:schemeClr val="lt1"/>
        </a:solidFill>
        <a:effectLst/>
      </p:bgPr>
    </p:bg>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1000124" y="765334"/>
            <a:ext cx="2667749" cy="994172"/>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rgbClr val="0000C6"/>
              </a:buClr>
              <a:buSzPts val="2700"/>
              <a:buFont typeface="Arial"/>
              <a:buNone/>
              <a:defRPr sz="2700">
                <a:solidFill>
                  <a:srgbClr val="0000C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2" name="Google Shape;102;p19"/>
          <p:cNvSpPr txBox="1">
            <a:spLocks noGrp="1"/>
          </p:cNvSpPr>
          <p:nvPr>
            <p:ph type="body" idx="1"/>
          </p:nvPr>
        </p:nvSpPr>
        <p:spPr>
          <a:xfrm>
            <a:off x="1000125" y="2193131"/>
            <a:ext cx="2667749" cy="1889522"/>
          </a:xfrm>
          <a:prstGeom prst="rect">
            <a:avLst/>
          </a:prstGeom>
          <a:noFill/>
          <a:ln>
            <a:noFill/>
          </a:ln>
        </p:spPr>
        <p:txBody>
          <a:bodyPr spcFirstLastPara="1" wrap="square" lIns="68575" tIns="34275" rIns="68575" bIns="34275" anchor="t" anchorCtr="0">
            <a:normAutofit/>
          </a:bodyPr>
          <a:lstStyle>
            <a:lvl1pPr marL="457200" lvl="0" indent="-228600" algn="l">
              <a:lnSpc>
                <a:spcPct val="150000"/>
              </a:lnSpc>
              <a:spcBef>
                <a:spcPts val="800"/>
              </a:spcBef>
              <a:spcAft>
                <a:spcPts val="0"/>
              </a:spcAft>
              <a:buClr>
                <a:schemeClr val="dk1"/>
              </a:buClr>
              <a:buSzPts val="1100"/>
              <a:buNone/>
              <a:defRPr sz="1100">
                <a:solidFill>
                  <a:schemeClr val="dk1"/>
                </a:solidFill>
              </a:defRPr>
            </a:lvl1pPr>
            <a:lvl2pPr marL="914400" lvl="1" indent="-228600" algn="l">
              <a:lnSpc>
                <a:spcPct val="150000"/>
              </a:lnSpc>
              <a:spcBef>
                <a:spcPts val="400"/>
              </a:spcBef>
              <a:spcAft>
                <a:spcPts val="0"/>
              </a:spcAft>
              <a:buClr>
                <a:schemeClr val="dk1"/>
              </a:buClr>
              <a:buSzPts val="1100"/>
              <a:buNone/>
              <a:defRPr sz="1100">
                <a:solidFill>
                  <a:schemeClr val="dk1"/>
                </a:solidFill>
              </a:defRPr>
            </a:lvl2pPr>
            <a:lvl3pPr marL="1371600" lvl="2" indent="-228600" algn="l">
              <a:lnSpc>
                <a:spcPct val="150000"/>
              </a:lnSpc>
              <a:spcBef>
                <a:spcPts val="400"/>
              </a:spcBef>
              <a:spcAft>
                <a:spcPts val="0"/>
              </a:spcAft>
              <a:buClr>
                <a:schemeClr val="dk1"/>
              </a:buClr>
              <a:buSzPts val="1100"/>
              <a:buNone/>
              <a:defRPr sz="1100">
                <a:solidFill>
                  <a:schemeClr val="dk1"/>
                </a:solidFill>
              </a:defRPr>
            </a:lvl3pPr>
            <a:lvl4pPr marL="1828800" lvl="3" indent="-228600" algn="l">
              <a:lnSpc>
                <a:spcPct val="150000"/>
              </a:lnSpc>
              <a:spcBef>
                <a:spcPts val="400"/>
              </a:spcBef>
              <a:spcAft>
                <a:spcPts val="0"/>
              </a:spcAft>
              <a:buClr>
                <a:schemeClr val="dk1"/>
              </a:buClr>
              <a:buSzPts val="1100"/>
              <a:buNone/>
              <a:defRPr sz="1100">
                <a:solidFill>
                  <a:schemeClr val="dk1"/>
                </a:solidFill>
              </a:defRPr>
            </a:lvl4pPr>
            <a:lvl5pPr marL="2286000" lvl="4" indent="-228600" algn="l">
              <a:lnSpc>
                <a:spcPct val="150000"/>
              </a:lnSpc>
              <a:spcBef>
                <a:spcPts val="400"/>
              </a:spcBef>
              <a:spcAft>
                <a:spcPts val="0"/>
              </a:spcAft>
              <a:buClr>
                <a:schemeClr val="dk1"/>
              </a:buClr>
              <a:buSzPts val="1100"/>
              <a:buNone/>
              <a:defRPr sz="1100">
                <a:solidFill>
                  <a:schemeClr val="dk1"/>
                </a:solidFil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3" name="Google Shape;103;p19"/>
          <p:cNvSpPr txBox="1">
            <a:spLocks noGrp="1"/>
          </p:cNvSpPr>
          <p:nvPr>
            <p:ph type="dt" idx="10"/>
          </p:nvPr>
        </p:nvSpPr>
        <p:spPr>
          <a:xfrm>
            <a:off x="1000125" y="4767263"/>
            <a:ext cx="738868"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19"/>
          <p:cNvSpPr txBox="1">
            <a:spLocks noGrp="1"/>
          </p:cNvSpPr>
          <p:nvPr>
            <p:ph type="ftr" idx="11"/>
          </p:nvPr>
        </p:nvSpPr>
        <p:spPr>
          <a:xfrm>
            <a:off x="2002414" y="4767262"/>
            <a:ext cx="1862131"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19"/>
          <p:cNvSpPr txBox="1">
            <a:spLocks noGrp="1"/>
          </p:cNvSpPr>
          <p:nvPr>
            <p:ph type="sldNum" idx="12"/>
          </p:nvPr>
        </p:nvSpPr>
        <p:spPr>
          <a:xfrm>
            <a:off x="4152229" y="4767263"/>
            <a:ext cx="740664"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a:solidFill>
                  <a:srgbClr val="888888"/>
                </a:solidFill>
                <a:latin typeface="Arial"/>
                <a:ea typeface="Arial"/>
                <a:cs typeface="Arial"/>
                <a:sym typeface="Arial"/>
              </a:defRPr>
            </a:lvl1pPr>
            <a:lvl2pPr marL="0" lvl="1" indent="0" algn="r">
              <a:spcBef>
                <a:spcPts val="0"/>
              </a:spcBef>
              <a:buNone/>
              <a:defRPr sz="700">
                <a:solidFill>
                  <a:srgbClr val="888888"/>
                </a:solidFill>
                <a:latin typeface="Arial"/>
                <a:ea typeface="Arial"/>
                <a:cs typeface="Arial"/>
                <a:sym typeface="Arial"/>
              </a:defRPr>
            </a:lvl2pPr>
            <a:lvl3pPr marL="0" lvl="2" indent="0" algn="r">
              <a:spcBef>
                <a:spcPts val="0"/>
              </a:spcBef>
              <a:buNone/>
              <a:defRPr sz="700">
                <a:solidFill>
                  <a:srgbClr val="888888"/>
                </a:solidFill>
                <a:latin typeface="Arial"/>
                <a:ea typeface="Arial"/>
                <a:cs typeface="Arial"/>
                <a:sym typeface="Arial"/>
              </a:defRPr>
            </a:lvl3pPr>
            <a:lvl4pPr marL="0" lvl="3" indent="0" algn="r">
              <a:spcBef>
                <a:spcPts val="0"/>
              </a:spcBef>
              <a:buNone/>
              <a:defRPr sz="700">
                <a:solidFill>
                  <a:srgbClr val="888888"/>
                </a:solidFill>
                <a:latin typeface="Arial"/>
                <a:ea typeface="Arial"/>
                <a:cs typeface="Arial"/>
                <a:sym typeface="Arial"/>
              </a:defRPr>
            </a:lvl4pPr>
            <a:lvl5pPr marL="0" lvl="4" indent="0" algn="r">
              <a:spcBef>
                <a:spcPts val="0"/>
              </a:spcBef>
              <a:buNone/>
              <a:defRPr sz="700">
                <a:solidFill>
                  <a:srgbClr val="888888"/>
                </a:solidFill>
                <a:latin typeface="Arial"/>
                <a:ea typeface="Arial"/>
                <a:cs typeface="Arial"/>
                <a:sym typeface="Arial"/>
              </a:defRPr>
            </a:lvl5pPr>
            <a:lvl6pPr marL="0" lvl="5" indent="0" algn="r">
              <a:spcBef>
                <a:spcPts val="0"/>
              </a:spcBef>
              <a:buNone/>
              <a:defRPr sz="700">
                <a:solidFill>
                  <a:srgbClr val="888888"/>
                </a:solidFill>
                <a:latin typeface="Arial"/>
                <a:ea typeface="Arial"/>
                <a:cs typeface="Arial"/>
                <a:sym typeface="Arial"/>
              </a:defRPr>
            </a:lvl6pPr>
            <a:lvl7pPr marL="0" lvl="6" indent="0" algn="r">
              <a:spcBef>
                <a:spcPts val="0"/>
              </a:spcBef>
              <a:buNone/>
              <a:defRPr sz="700">
                <a:solidFill>
                  <a:srgbClr val="888888"/>
                </a:solidFill>
                <a:latin typeface="Arial"/>
                <a:ea typeface="Arial"/>
                <a:cs typeface="Arial"/>
                <a:sym typeface="Arial"/>
              </a:defRPr>
            </a:lvl7pPr>
            <a:lvl8pPr marL="0" lvl="7" indent="0" algn="r">
              <a:spcBef>
                <a:spcPts val="0"/>
              </a:spcBef>
              <a:buNone/>
              <a:defRPr sz="700">
                <a:solidFill>
                  <a:srgbClr val="888888"/>
                </a:solidFill>
                <a:latin typeface="Arial"/>
                <a:ea typeface="Arial"/>
                <a:cs typeface="Arial"/>
                <a:sym typeface="Arial"/>
              </a:defRPr>
            </a:lvl8pPr>
            <a:lvl9pPr marL="0" lvl="8" indent="0" algn="r">
              <a:spcBef>
                <a:spcPts val="0"/>
              </a:spcBef>
              <a:buNone/>
              <a:defRPr sz="70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Break">
  <p:cSld name="Section Break">
    <p:bg>
      <p:bgPr>
        <a:solidFill>
          <a:schemeClr val="lt1"/>
        </a:solidFill>
        <a:effectLst/>
      </p:bgPr>
    </p:bg>
    <p:spTree>
      <p:nvGrpSpPr>
        <p:cNvPr id="1" name="Shape 106"/>
        <p:cNvGrpSpPr/>
        <p:nvPr/>
      </p:nvGrpSpPr>
      <p:grpSpPr>
        <a:xfrm>
          <a:off x="0" y="0"/>
          <a:ext cx="0" cy="0"/>
          <a:chOff x="0" y="0"/>
          <a:chExt cx="0" cy="0"/>
        </a:xfrm>
      </p:grpSpPr>
      <p:sp>
        <p:nvSpPr>
          <p:cNvPr id="107" name="Google Shape;107;p20"/>
          <p:cNvSpPr txBox="1">
            <a:spLocks noGrp="1"/>
          </p:cNvSpPr>
          <p:nvPr>
            <p:ph type="ctrTitle"/>
          </p:nvPr>
        </p:nvSpPr>
        <p:spPr>
          <a:xfrm>
            <a:off x="5243513" y="1611630"/>
            <a:ext cx="3134677" cy="1286648"/>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rgbClr val="0000C6"/>
              </a:buClr>
              <a:buSzPts val="3000"/>
              <a:buFont typeface="Arial"/>
              <a:buNone/>
              <a:defRPr sz="3000" b="1">
                <a:solidFill>
                  <a:srgbClr val="0000C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8" name="Google Shape;108;p20"/>
          <p:cNvSpPr txBox="1">
            <a:spLocks noGrp="1"/>
          </p:cNvSpPr>
          <p:nvPr>
            <p:ph type="subTitle" idx="1"/>
          </p:nvPr>
        </p:nvSpPr>
        <p:spPr>
          <a:xfrm>
            <a:off x="5243513" y="2971502"/>
            <a:ext cx="3134677" cy="273844"/>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dk1"/>
              </a:buClr>
              <a:buSzPts val="1200"/>
              <a:buNone/>
              <a:defRPr sz="1200">
                <a:solidFill>
                  <a:schemeClr val="dk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hart">
  <p:cSld name="Chart">
    <p:bg>
      <p:bgPr>
        <a:solidFill>
          <a:schemeClr val="lt1"/>
        </a:solidFill>
        <a:effectLst/>
      </p:bgPr>
    </p:bg>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rgbClr val="0000C6"/>
              </a:buClr>
              <a:buSzPts val="2700"/>
              <a:buFont typeface="Arial"/>
              <a:buNone/>
              <a:defRPr sz="2700" b="1">
                <a:solidFill>
                  <a:srgbClr val="0000C6"/>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1" name="Google Shape;111;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2" name="Google Shape;112;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3" name="Google Shape;113;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a:solidFill>
                  <a:schemeClr val="lt1"/>
                </a:solidFill>
                <a:latin typeface="Arial"/>
                <a:ea typeface="Arial"/>
                <a:cs typeface="Arial"/>
                <a:sym typeface="Arial"/>
              </a:defRPr>
            </a:lvl1pPr>
            <a:lvl2pPr marL="0" lvl="1" indent="0" algn="r">
              <a:spcBef>
                <a:spcPts val="0"/>
              </a:spcBef>
              <a:buNone/>
              <a:defRPr sz="700">
                <a:solidFill>
                  <a:schemeClr val="lt1"/>
                </a:solidFill>
                <a:latin typeface="Arial"/>
                <a:ea typeface="Arial"/>
                <a:cs typeface="Arial"/>
                <a:sym typeface="Arial"/>
              </a:defRPr>
            </a:lvl2pPr>
            <a:lvl3pPr marL="0" lvl="2" indent="0" algn="r">
              <a:spcBef>
                <a:spcPts val="0"/>
              </a:spcBef>
              <a:buNone/>
              <a:defRPr sz="700">
                <a:solidFill>
                  <a:schemeClr val="lt1"/>
                </a:solidFill>
                <a:latin typeface="Arial"/>
                <a:ea typeface="Arial"/>
                <a:cs typeface="Arial"/>
                <a:sym typeface="Arial"/>
              </a:defRPr>
            </a:lvl3pPr>
            <a:lvl4pPr marL="0" lvl="3" indent="0" algn="r">
              <a:spcBef>
                <a:spcPts val="0"/>
              </a:spcBef>
              <a:buNone/>
              <a:defRPr sz="700">
                <a:solidFill>
                  <a:schemeClr val="lt1"/>
                </a:solidFill>
                <a:latin typeface="Arial"/>
                <a:ea typeface="Arial"/>
                <a:cs typeface="Arial"/>
                <a:sym typeface="Arial"/>
              </a:defRPr>
            </a:lvl4pPr>
            <a:lvl5pPr marL="0" lvl="4" indent="0" algn="r">
              <a:spcBef>
                <a:spcPts val="0"/>
              </a:spcBef>
              <a:buNone/>
              <a:defRPr sz="700">
                <a:solidFill>
                  <a:schemeClr val="lt1"/>
                </a:solidFill>
                <a:latin typeface="Arial"/>
                <a:ea typeface="Arial"/>
                <a:cs typeface="Arial"/>
                <a:sym typeface="Arial"/>
              </a:defRPr>
            </a:lvl5pPr>
            <a:lvl6pPr marL="0" lvl="5" indent="0" algn="r">
              <a:spcBef>
                <a:spcPts val="0"/>
              </a:spcBef>
              <a:buNone/>
              <a:defRPr sz="700">
                <a:solidFill>
                  <a:schemeClr val="lt1"/>
                </a:solidFill>
                <a:latin typeface="Arial"/>
                <a:ea typeface="Arial"/>
                <a:cs typeface="Arial"/>
                <a:sym typeface="Arial"/>
              </a:defRPr>
            </a:lvl6pPr>
            <a:lvl7pPr marL="0" lvl="6" indent="0" algn="r">
              <a:spcBef>
                <a:spcPts val="0"/>
              </a:spcBef>
              <a:buNone/>
              <a:defRPr sz="700">
                <a:solidFill>
                  <a:schemeClr val="lt1"/>
                </a:solidFill>
                <a:latin typeface="Arial"/>
                <a:ea typeface="Arial"/>
                <a:cs typeface="Arial"/>
                <a:sym typeface="Arial"/>
              </a:defRPr>
            </a:lvl7pPr>
            <a:lvl8pPr marL="0" lvl="7" indent="0" algn="r">
              <a:spcBef>
                <a:spcPts val="0"/>
              </a:spcBef>
              <a:buNone/>
              <a:defRPr sz="700">
                <a:solidFill>
                  <a:schemeClr val="lt1"/>
                </a:solidFill>
                <a:latin typeface="Arial"/>
                <a:ea typeface="Arial"/>
                <a:cs typeface="Arial"/>
                <a:sym typeface="Arial"/>
              </a:defRPr>
            </a:lvl8pPr>
            <a:lvl9pPr marL="0" lvl="8" indent="0" algn="r">
              <a:spcBef>
                <a:spcPts val="0"/>
              </a:spcBef>
              <a:buNone/>
              <a:defRPr sz="7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4" name="Google Shape;114;p21"/>
          <p:cNvSpPr>
            <a:spLocks noGrp="1"/>
          </p:cNvSpPr>
          <p:nvPr>
            <p:ph type="chart" idx="2"/>
          </p:nvPr>
        </p:nvSpPr>
        <p:spPr>
          <a:xfrm>
            <a:off x="628650" y="1583706"/>
            <a:ext cx="7886700" cy="2808684"/>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R="0" lvl="1"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R="0" lvl="2"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R="0" lvl="3"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R="0" lvl="4"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R="0" lvl="5"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6pPr>
            <a:lvl7pPr marR="0" lvl="6"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7pPr>
            <a:lvl8pPr marR="0" lvl="7"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8pPr>
            <a:lvl9pPr marR="0" lvl="8"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rgbClr val="0000C6"/>
              </a:buClr>
              <a:buSzPts val="2700"/>
              <a:buFont typeface="Arial"/>
              <a:buNone/>
              <a:defRPr sz="2700" b="1">
                <a:solidFill>
                  <a:srgbClr val="0000C6"/>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7" name="Google Shape;117;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8" name="Google Shape;118;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9" name="Google Shape;119;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a:solidFill>
                  <a:srgbClr val="888888"/>
                </a:solidFill>
                <a:latin typeface="Arial"/>
                <a:ea typeface="Arial"/>
                <a:cs typeface="Arial"/>
                <a:sym typeface="Arial"/>
              </a:defRPr>
            </a:lvl1pPr>
            <a:lvl2pPr marL="0" lvl="1" indent="0" algn="r">
              <a:spcBef>
                <a:spcPts val="0"/>
              </a:spcBef>
              <a:buNone/>
              <a:defRPr sz="700">
                <a:solidFill>
                  <a:srgbClr val="888888"/>
                </a:solidFill>
                <a:latin typeface="Arial"/>
                <a:ea typeface="Arial"/>
                <a:cs typeface="Arial"/>
                <a:sym typeface="Arial"/>
              </a:defRPr>
            </a:lvl2pPr>
            <a:lvl3pPr marL="0" lvl="2" indent="0" algn="r">
              <a:spcBef>
                <a:spcPts val="0"/>
              </a:spcBef>
              <a:buNone/>
              <a:defRPr sz="700">
                <a:solidFill>
                  <a:srgbClr val="888888"/>
                </a:solidFill>
                <a:latin typeface="Arial"/>
                <a:ea typeface="Arial"/>
                <a:cs typeface="Arial"/>
                <a:sym typeface="Arial"/>
              </a:defRPr>
            </a:lvl3pPr>
            <a:lvl4pPr marL="0" lvl="3" indent="0" algn="r">
              <a:spcBef>
                <a:spcPts val="0"/>
              </a:spcBef>
              <a:buNone/>
              <a:defRPr sz="700">
                <a:solidFill>
                  <a:srgbClr val="888888"/>
                </a:solidFill>
                <a:latin typeface="Arial"/>
                <a:ea typeface="Arial"/>
                <a:cs typeface="Arial"/>
                <a:sym typeface="Arial"/>
              </a:defRPr>
            </a:lvl4pPr>
            <a:lvl5pPr marL="0" lvl="4" indent="0" algn="r">
              <a:spcBef>
                <a:spcPts val="0"/>
              </a:spcBef>
              <a:buNone/>
              <a:defRPr sz="700">
                <a:solidFill>
                  <a:srgbClr val="888888"/>
                </a:solidFill>
                <a:latin typeface="Arial"/>
                <a:ea typeface="Arial"/>
                <a:cs typeface="Arial"/>
                <a:sym typeface="Arial"/>
              </a:defRPr>
            </a:lvl5pPr>
            <a:lvl6pPr marL="0" lvl="5" indent="0" algn="r">
              <a:spcBef>
                <a:spcPts val="0"/>
              </a:spcBef>
              <a:buNone/>
              <a:defRPr sz="700">
                <a:solidFill>
                  <a:srgbClr val="888888"/>
                </a:solidFill>
                <a:latin typeface="Arial"/>
                <a:ea typeface="Arial"/>
                <a:cs typeface="Arial"/>
                <a:sym typeface="Arial"/>
              </a:defRPr>
            </a:lvl6pPr>
            <a:lvl7pPr marL="0" lvl="6" indent="0" algn="r">
              <a:spcBef>
                <a:spcPts val="0"/>
              </a:spcBef>
              <a:buNone/>
              <a:defRPr sz="700">
                <a:solidFill>
                  <a:srgbClr val="888888"/>
                </a:solidFill>
                <a:latin typeface="Arial"/>
                <a:ea typeface="Arial"/>
                <a:cs typeface="Arial"/>
                <a:sym typeface="Arial"/>
              </a:defRPr>
            </a:lvl7pPr>
            <a:lvl8pPr marL="0" lvl="7" indent="0" algn="r">
              <a:spcBef>
                <a:spcPts val="0"/>
              </a:spcBef>
              <a:buNone/>
              <a:defRPr sz="700">
                <a:solidFill>
                  <a:srgbClr val="888888"/>
                </a:solidFill>
                <a:latin typeface="Arial"/>
                <a:ea typeface="Arial"/>
                <a:cs typeface="Arial"/>
                <a:sym typeface="Arial"/>
              </a:defRPr>
            </a:lvl8pPr>
            <a:lvl9pPr marL="0" lvl="8" indent="0" algn="r">
              <a:spcBef>
                <a:spcPts val="0"/>
              </a:spcBef>
              <a:buNone/>
              <a:defRPr sz="70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0" name="Google Shape;120;p22"/>
          <p:cNvSpPr/>
          <p:nvPr/>
        </p:nvSpPr>
        <p:spPr>
          <a:xfrm rot="10800000" flipH="1">
            <a:off x="0" y="-1"/>
            <a:ext cx="9353550" cy="203200"/>
          </a:xfrm>
          <a:prstGeom prst="rect">
            <a:avLst/>
          </a:prstGeom>
          <a:solidFill>
            <a:srgbClr val="0000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21"/>
        <p:cNvGrpSpPr/>
        <p:nvPr/>
      </p:nvGrpSpPr>
      <p:grpSpPr>
        <a:xfrm>
          <a:off x="0" y="0"/>
          <a:ext cx="0" cy="0"/>
          <a:chOff x="0" y="0"/>
          <a:chExt cx="0" cy="0"/>
        </a:xfrm>
      </p:grpSpPr>
      <p:sp>
        <p:nvSpPr>
          <p:cNvPr id="122" name="Google Shape;122;p23"/>
          <p:cNvSpPr/>
          <p:nvPr/>
        </p:nvSpPr>
        <p:spPr>
          <a:xfrm>
            <a:off x="0" y="0"/>
            <a:ext cx="9144000" cy="130996"/>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123" name="Google Shape;123;p23"/>
          <p:cNvPicPr preferRelativeResize="0"/>
          <p:nvPr/>
        </p:nvPicPr>
        <p:blipFill rotWithShape="1">
          <a:blip r:embed="rId2">
            <a:alphaModFix/>
          </a:blip>
          <a:srcRect/>
          <a:stretch/>
        </p:blipFill>
        <p:spPr>
          <a:xfrm>
            <a:off x="0" y="0"/>
            <a:ext cx="2465798" cy="5143500"/>
          </a:xfrm>
          <a:prstGeom prst="rect">
            <a:avLst/>
          </a:prstGeom>
          <a:noFill/>
          <a:ln>
            <a:noFill/>
          </a:ln>
        </p:spPr>
      </p:pic>
      <p:sp>
        <p:nvSpPr>
          <p:cNvPr id="124" name="Google Shape;124;p23"/>
          <p:cNvSpPr txBox="1">
            <a:spLocks noGrp="1"/>
          </p:cNvSpPr>
          <p:nvPr>
            <p:ph type="title"/>
          </p:nvPr>
        </p:nvSpPr>
        <p:spPr>
          <a:xfrm>
            <a:off x="2784377" y="655736"/>
            <a:ext cx="5022056" cy="1432322"/>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0000C6"/>
              </a:buClr>
              <a:buSzPts val="3600"/>
              <a:buFont typeface="Arial"/>
              <a:buNone/>
              <a:defRPr sz="3600" b="1">
                <a:solidFill>
                  <a:srgbClr val="0000C6"/>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5" name="Google Shape;125;p23"/>
          <p:cNvSpPr txBox="1">
            <a:spLocks noGrp="1"/>
          </p:cNvSpPr>
          <p:nvPr>
            <p:ph type="subTitle" idx="1"/>
          </p:nvPr>
        </p:nvSpPr>
        <p:spPr>
          <a:xfrm>
            <a:off x="2784377" y="2338955"/>
            <a:ext cx="5022056" cy="273844"/>
          </a:xfrm>
          <a:prstGeom prst="rect">
            <a:avLst/>
          </a:prstGeom>
          <a:noFill/>
          <a:ln>
            <a:noFill/>
          </a:ln>
        </p:spPr>
        <p:txBody>
          <a:bodyPr spcFirstLastPara="1" wrap="square" lIns="68575" tIns="34275" rIns="68575" bIns="34275" anchor="b" anchorCtr="0">
            <a:noAutofit/>
          </a:bodyPr>
          <a:lstStyle>
            <a:lvl1pPr lvl="0" algn="l">
              <a:lnSpc>
                <a:spcPct val="90000"/>
              </a:lnSpc>
              <a:spcBef>
                <a:spcPts val="800"/>
              </a:spcBef>
              <a:spcAft>
                <a:spcPts val="0"/>
              </a:spcAft>
              <a:buClr>
                <a:srgbClr val="757070"/>
              </a:buClr>
              <a:buSzPts val="2100"/>
              <a:buNone/>
              <a:defRPr sz="2100">
                <a:solidFill>
                  <a:srgbClr val="757070"/>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26" name="Google Shape;126;p23"/>
          <p:cNvSpPr txBox="1">
            <a:spLocks noGrp="1"/>
          </p:cNvSpPr>
          <p:nvPr>
            <p:ph type="dt" idx="10"/>
          </p:nvPr>
        </p:nvSpPr>
        <p:spPr>
          <a:xfrm>
            <a:off x="3507581" y="4767263"/>
            <a:ext cx="1271588"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7" name="Google Shape;127;p23"/>
          <p:cNvSpPr txBox="1">
            <a:spLocks noGrp="1"/>
          </p:cNvSpPr>
          <p:nvPr>
            <p:ph type="ftr" idx="11"/>
          </p:nvPr>
        </p:nvSpPr>
        <p:spPr>
          <a:xfrm>
            <a:off x="5057774" y="4767263"/>
            <a:ext cx="1907381"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8" name="Google Shape;128;p23"/>
          <p:cNvSpPr txBox="1">
            <a:spLocks noGrp="1"/>
          </p:cNvSpPr>
          <p:nvPr>
            <p:ph type="sldNum" idx="12"/>
          </p:nvPr>
        </p:nvSpPr>
        <p:spPr>
          <a:xfrm>
            <a:off x="7243763" y="4767263"/>
            <a:ext cx="1271588"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a:solidFill>
                  <a:srgbClr val="888888"/>
                </a:solidFill>
                <a:latin typeface="Arial"/>
                <a:ea typeface="Arial"/>
                <a:cs typeface="Arial"/>
                <a:sym typeface="Arial"/>
              </a:defRPr>
            </a:lvl1pPr>
            <a:lvl2pPr marL="0" lvl="1" indent="0" algn="r">
              <a:spcBef>
                <a:spcPts val="0"/>
              </a:spcBef>
              <a:buNone/>
              <a:defRPr sz="700">
                <a:solidFill>
                  <a:srgbClr val="888888"/>
                </a:solidFill>
                <a:latin typeface="Arial"/>
                <a:ea typeface="Arial"/>
                <a:cs typeface="Arial"/>
                <a:sym typeface="Arial"/>
              </a:defRPr>
            </a:lvl2pPr>
            <a:lvl3pPr marL="0" lvl="2" indent="0" algn="r">
              <a:spcBef>
                <a:spcPts val="0"/>
              </a:spcBef>
              <a:buNone/>
              <a:defRPr sz="700">
                <a:solidFill>
                  <a:srgbClr val="888888"/>
                </a:solidFill>
                <a:latin typeface="Arial"/>
                <a:ea typeface="Arial"/>
                <a:cs typeface="Arial"/>
                <a:sym typeface="Arial"/>
              </a:defRPr>
            </a:lvl3pPr>
            <a:lvl4pPr marL="0" lvl="3" indent="0" algn="r">
              <a:spcBef>
                <a:spcPts val="0"/>
              </a:spcBef>
              <a:buNone/>
              <a:defRPr sz="700">
                <a:solidFill>
                  <a:srgbClr val="888888"/>
                </a:solidFill>
                <a:latin typeface="Arial"/>
                <a:ea typeface="Arial"/>
                <a:cs typeface="Arial"/>
                <a:sym typeface="Arial"/>
              </a:defRPr>
            </a:lvl4pPr>
            <a:lvl5pPr marL="0" lvl="4" indent="0" algn="r">
              <a:spcBef>
                <a:spcPts val="0"/>
              </a:spcBef>
              <a:buNone/>
              <a:defRPr sz="700">
                <a:solidFill>
                  <a:srgbClr val="888888"/>
                </a:solidFill>
                <a:latin typeface="Arial"/>
                <a:ea typeface="Arial"/>
                <a:cs typeface="Arial"/>
                <a:sym typeface="Arial"/>
              </a:defRPr>
            </a:lvl5pPr>
            <a:lvl6pPr marL="0" lvl="5" indent="0" algn="r">
              <a:spcBef>
                <a:spcPts val="0"/>
              </a:spcBef>
              <a:buNone/>
              <a:defRPr sz="700">
                <a:solidFill>
                  <a:srgbClr val="888888"/>
                </a:solidFill>
                <a:latin typeface="Arial"/>
                <a:ea typeface="Arial"/>
                <a:cs typeface="Arial"/>
                <a:sym typeface="Arial"/>
              </a:defRPr>
            </a:lvl6pPr>
            <a:lvl7pPr marL="0" lvl="6" indent="0" algn="r">
              <a:spcBef>
                <a:spcPts val="0"/>
              </a:spcBef>
              <a:buNone/>
              <a:defRPr sz="700">
                <a:solidFill>
                  <a:srgbClr val="888888"/>
                </a:solidFill>
                <a:latin typeface="Arial"/>
                <a:ea typeface="Arial"/>
                <a:cs typeface="Arial"/>
                <a:sym typeface="Arial"/>
              </a:defRPr>
            </a:lvl7pPr>
            <a:lvl8pPr marL="0" lvl="7" indent="0" algn="r">
              <a:spcBef>
                <a:spcPts val="0"/>
              </a:spcBef>
              <a:buNone/>
              <a:defRPr sz="700">
                <a:solidFill>
                  <a:srgbClr val="888888"/>
                </a:solidFill>
                <a:latin typeface="Arial"/>
                <a:ea typeface="Arial"/>
                <a:cs typeface="Arial"/>
                <a:sym typeface="Arial"/>
              </a:defRPr>
            </a:lvl8pPr>
            <a:lvl9pPr marL="0" lvl="8" indent="0" algn="r">
              <a:spcBef>
                <a:spcPts val="0"/>
              </a:spcBef>
              <a:buNone/>
              <a:defRPr sz="70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29" name="Google Shape;129;p23"/>
          <p:cNvPicPr preferRelativeResize="0"/>
          <p:nvPr/>
        </p:nvPicPr>
        <p:blipFill rotWithShape="1">
          <a:blip r:embed="rId3">
            <a:alphaModFix/>
          </a:blip>
          <a:srcRect/>
          <a:stretch/>
        </p:blipFill>
        <p:spPr>
          <a:xfrm>
            <a:off x="0" y="0"/>
            <a:ext cx="107879" cy="51435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eam Slide 8 People">
  <p:cSld name="Team Slide 8 People">
    <p:bg>
      <p:bgPr>
        <a:solidFill>
          <a:schemeClr val="lt1"/>
        </a:solidFill>
        <a:effectLst/>
      </p:bgPr>
    </p:bg>
    <p:spTree>
      <p:nvGrpSpPr>
        <p:cNvPr id="1" name="Shape 130"/>
        <p:cNvGrpSpPr/>
        <p:nvPr/>
      </p:nvGrpSpPr>
      <p:grpSpPr>
        <a:xfrm>
          <a:off x="0" y="0"/>
          <a:ext cx="0" cy="0"/>
          <a:chOff x="0" y="0"/>
          <a:chExt cx="0" cy="0"/>
        </a:xfrm>
      </p:grpSpPr>
      <p:grpSp>
        <p:nvGrpSpPr>
          <p:cNvPr id="131" name="Google Shape;131;p24"/>
          <p:cNvGrpSpPr/>
          <p:nvPr/>
        </p:nvGrpSpPr>
        <p:grpSpPr>
          <a:xfrm>
            <a:off x="182944" y="363171"/>
            <a:ext cx="9144000" cy="4216002"/>
            <a:chOff x="0" y="473953"/>
            <a:chExt cx="12192000" cy="5621336"/>
          </a:xfrm>
        </p:grpSpPr>
        <p:pic>
          <p:nvPicPr>
            <p:cNvPr id="132" name="Google Shape;132;p24"/>
            <p:cNvPicPr preferRelativeResize="0"/>
            <p:nvPr/>
          </p:nvPicPr>
          <p:blipFill rotWithShape="1">
            <a:blip r:embed="rId2">
              <a:alphaModFix/>
            </a:blip>
            <a:srcRect/>
            <a:stretch/>
          </p:blipFill>
          <p:spPr>
            <a:xfrm>
              <a:off x="0" y="473953"/>
              <a:ext cx="2057400" cy="1647825"/>
            </a:xfrm>
            <a:prstGeom prst="rect">
              <a:avLst/>
            </a:prstGeom>
            <a:noFill/>
            <a:ln>
              <a:noFill/>
            </a:ln>
          </p:spPr>
        </p:pic>
        <p:pic>
          <p:nvPicPr>
            <p:cNvPr id="133" name="Google Shape;133;p24"/>
            <p:cNvPicPr preferRelativeResize="0"/>
            <p:nvPr/>
          </p:nvPicPr>
          <p:blipFill rotWithShape="1">
            <a:blip r:embed="rId3">
              <a:alphaModFix/>
            </a:blip>
            <a:srcRect/>
            <a:stretch/>
          </p:blipFill>
          <p:spPr>
            <a:xfrm>
              <a:off x="11049000" y="5180889"/>
              <a:ext cx="1143000" cy="914400"/>
            </a:xfrm>
            <a:prstGeom prst="rect">
              <a:avLst/>
            </a:prstGeom>
            <a:noFill/>
            <a:ln>
              <a:noFill/>
            </a:ln>
          </p:spPr>
        </p:pic>
      </p:grpSp>
      <p:sp>
        <p:nvSpPr>
          <p:cNvPr id="134" name="Google Shape;134;p24"/>
          <p:cNvSpPr txBox="1">
            <a:spLocks noGrp="1"/>
          </p:cNvSpPr>
          <p:nvPr>
            <p:ph type="title"/>
          </p:nvPr>
        </p:nvSpPr>
        <p:spPr>
          <a:xfrm>
            <a:off x="1413867" y="669133"/>
            <a:ext cx="6316266" cy="994172"/>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rgbClr val="0000C6"/>
              </a:buClr>
              <a:buSzPts val="2700"/>
              <a:buFont typeface="Arial"/>
              <a:buNone/>
              <a:defRPr sz="2700">
                <a:solidFill>
                  <a:srgbClr val="0000C6"/>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5" name="Google Shape;135;p24"/>
          <p:cNvSpPr>
            <a:spLocks noGrp="1"/>
          </p:cNvSpPr>
          <p:nvPr>
            <p:ph type="pic" idx="2"/>
          </p:nvPr>
        </p:nvSpPr>
        <p:spPr>
          <a:xfrm>
            <a:off x="1407882" y="1821656"/>
            <a:ext cx="800100" cy="800100"/>
          </a:xfrm>
          <a:prstGeom prst="rect">
            <a:avLst/>
          </a:prstGeom>
          <a:solidFill>
            <a:schemeClr val="lt1"/>
          </a:solidFill>
          <a:ln>
            <a:noFill/>
          </a:ln>
        </p:spPr>
      </p:sp>
      <p:sp>
        <p:nvSpPr>
          <p:cNvPr id="136" name="Google Shape;136;p24"/>
          <p:cNvSpPr txBox="1">
            <a:spLocks noGrp="1"/>
          </p:cNvSpPr>
          <p:nvPr>
            <p:ph type="body" idx="1"/>
          </p:nvPr>
        </p:nvSpPr>
        <p:spPr>
          <a:xfrm>
            <a:off x="1125126" y="2740784"/>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37" name="Google Shape;137;p24"/>
          <p:cNvSpPr txBox="1">
            <a:spLocks noGrp="1"/>
          </p:cNvSpPr>
          <p:nvPr>
            <p:ph type="body" idx="3"/>
          </p:nvPr>
        </p:nvSpPr>
        <p:spPr>
          <a:xfrm>
            <a:off x="1125126" y="2857310"/>
            <a:ext cx="1371600"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38" name="Google Shape;138;p24"/>
          <p:cNvSpPr>
            <a:spLocks noGrp="1"/>
          </p:cNvSpPr>
          <p:nvPr>
            <p:ph type="pic" idx="4"/>
          </p:nvPr>
        </p:nvSpPr>
        <p:spPr>
          <a:xfrm>
            <a:off x="3169703" y="1821656"/>
            <a:ext cx="800100" cy="800100"/>
          </a:xfrm>
          <a:prstGeom prst="rect">
            <a:avLst/>
          </a:prstGeom>
          <a:solidFill>
            <a:schemeClr val="lt1"/>
          </a:solidFill>
          <a:ln>
            <a:noFill/>
          </a:ln>
        </p:spPr>
      </p:sp>
      <p:sp>
        <p:nvSpPr>
          <p:cNvPr id="139" name="Google Shape;139;p24"/>
          <p:cNvSpPr txBox="1">
            <a:spLocks noGrp="1"/>
          </p:cNvSpPr>
          <p:nvPr>
            <p:ph type="body" idx="5"/>
          </p:nvPr>
        </p:nvSpPr>
        <p:spPr>
          <a:xfrm>
            <a:off x="2886947" y="2740784"/>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40" name="Google Shape;140;p24"/>
          <p:cNvSpPr txBox="1">
            <a:spLocks noGrp="1"/>
          </p:cNvSpPr>
          <p:nvPr>
            <p:ph type="body" idx="6"/>
          </p:nvPr>
        </p:nvSpPr>
        <p:spPr>
          <a:xfrm>
            <a:off x="2886947" y="2857310"/>
            <a:ext cx="1371600"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41" name="Google Shape;141;p24"/>
          <p:cNvSpPr>
            <a:spLocks noGrp="1"/>
          </p:cNvSpPr>
          <p:nvPr>
            <p:ph type="pic" idx="7"/>
          </p:nvPr>
        </p:nvSpPr>
        <p:spPr>
          <a:xfrm>
            <a:off x="4991688" y="1821656"/>
            <a:ext cx="800100" cy="800100"/>
          </a:xfrm>
          <a:prstGeom prst="rect">
            <a:avLst/>
          </a:prstGeom>
          <a:solidFill>
            <a:schemeClr val="lt1"/>
          </a:solidFill>
          <a:ln>
            <a:noFill/>
          </a:ln>
        </p:spPr>
      </p:sp>
      <p:sp>
        <p:nvSpPr>
          <p:cNvPr id="142" name="Google Shape;142;p24"/>
          <p:cNvSpPr txBox="1">
            <a:spLocks noGrp="1"/>
          </p:cNvSpPr>
          <p:nvPr>
            <p:ph type="body" idx="8"/>
          </p:nvPr>
        </p:nvSpPr>
        <p:spPr>
          <a:xfrm>
            <a:off x="4648766" y="2740784"/>
            <a:ext cx="1578851"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43" name="Google Shape;143;p24"/>
          <p:cNvSpPr txBox="1">
            <a:spLocks noGrp="1"/>
          </p:cNvSpPr>
          <p:nvPr>
            <p:ph type="body" idx="9"/>
          </p:nvPr>
        </p:nvSpPr>
        <p:spPr>
          <a:xfrm>
            <a:off x="4571999" y="2857310"/>
            <a:ext cx="1724891"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44" name="Google Shape;144;p24"/>
          <p:cNvSpPr>
            <a:spLocks noGrp="1"/>
          </p:cNvSpPr>
          <p:nvPr>
            <p:ph type="pic" idx="13"/>
          </p:nvPr>
        </p:nvSpPr>
        <p:spPr>
          <a:xfrm>
            <a:off x="6852611" y="1821656"/>
            <a:ext cx="800100" cy="800100"/>
          </a:xfrm>
          <a:prstGeom prst="rect">
            <a:avLst/>
          </a:prstGeom>
          <a:solidFill>
            <a:schemeClr val="lt1"/>
          </a:solidFill>
          <a:ln>
            <a:noFill/>
          </a:ln>
        </p:spPr>
      </p:sp>
      <p:sp>
        <p:nvSpPr>
          <p:cNvPr id="145" name="Google Shape;145;p24"/>
          <p:cNvSpPr txBox="1">
            <a:spLocks noGrp="1"/>
          </p:cNvSpPr>
          <p:nvPr>
            <p:ph type="body" idx="14"/>
          </p:nvPr>
        </p:nvSpPr>
        <p:spPr>
          <a:xfrm>
            <a:off x="6569855" y="2740784"/>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46" name="Google Shape;146;p24"/>
          <p:cNvSpPr txBox="1">
            <a:spLocks noGrp="1"/>
          </p:cNvSpPr>
          <p:nvPr>
            <p:ph type="body" idx="15"/>
          </p:nvPr>
        </p:nvSpPr>
        <p:spPr>
          <a:xfrm>
            <a:off x="6558360" y="2857310"/>
            <a:ext cx="1383094"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47" name="Google Shape;147;p24"/>
          <p:cNvSpPr>
            <a:spLocks noGrp="1"/>
          </p:cNvSpPr>
          <p:nvPr>
            <p:ph type="pic" idx="16"/>
          </p:nvPr>
        </p:nvSpPr>
        <p:spPr>
          <a:xfrm>
            <a:off x="1407882" y="3215783"/>
            <a:ext cx="800100" cy="800100"/>
          </a:xfrm>
          <a:prstGeom prst="rect">
            <a:avLst/>
          </a:prstGeom>
          <a:solidFill>
            <a:schemeClr val="lt1"/>
          </a:solidFill>
          <a:ln>
            <a:noFill/>
          </a:ln>
        </p:spPr>
      </p:sp>
      <p:sp>
        <p:nvSpPr>
          <p:cNvPr id="148" name="Google Shape;148;p24"/>
          <p:cNvSpPr txBox="1">
            <a:spLocks noGrp="1"/>
          </p:cNvSpPr>
          <p:nvPr>
            <p:ph type="body" idx="17"/>
          </p:nvPr>
        </p:nvSpPr>
        <p:spPr>
          <a:xfrm>
            <a:off x="1125126" y="4134911"/>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49" name="Google Shape;149;p24"/>
          <p:cNvSpPr txBox="1">
            <a:spLocks noGrp="1"/>
          </p:cNvSpPr>
          <p:nvPr>
            <p:ph type="body" idx="18"/>
          </p:nvPr>
        </p:nvSpPr>
        <p:spPr>
          <a:xfrm>
            <a:off x="1125126" y="4251437"/>
            <a:ext cx="1371600"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0" name="Google Shape;150;p24"/>
          <p:cNvSpPr>
            <a:spLocks noGrp="1"/>
          </p:cNvSpPr>
          <p:nvPr>
            <p:ph type="pic" idx="19"/>
          </p:nvPr>
        </p:nvSpPr>
        <p:spPr>
          <a:xfrm>
            <a:off x="3169703" y="3215783"/>
            <a:ext cx="800100" cy="800100"/>
          </a:xfrm>
          <a:prstGeom prst="rect">
            <a:avLst/>
          </a:prstGeom>
          <a:solidFill>
            <a:schemeClr val="lt1"/>
          </a:solidFill>
          <a:ln>
            <a:noFill/>
          </a:ln>
        </p:spPr>
      </p:sp>
      <p:sp>
        <p:nvSpPr>
          <p:cNvPr id="151" name="Google Shape;151;p24"/>
          <p:cNvSpPr txBox="1">
            <a:spLocks noGrp="1"/>
          </p:cNvSpPr>
          <p:nvPr>
            <p:ph type="body" idx="20"/>
          </p:nvPr>
        </p:nvSpPr>
        <p:spPr>
          <a:xfrm>
            <a:off x="2886947" y="4134911"/>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2" name="Google Shape;152;p24"/>
          <p:cNvSpPr txBox="1">
            <a:spLocks noGrp="1"/>
          </p:cNvSpPr>
          <p:nvPr>
            <p:ph type="body" idx="21"/>
          </p:nvPr>
        </p:nvSpPr>
        <p:spPr>
          <a:xfrm>
            <a:off x="2886947" y="4251437"/>
            <a:ext cx="1371600"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3" name="Google Shape;153;p24"/>
          <p:cNvSpPr>
            <a:spLocks noGrp="1"/>
          </p:cNvSpPr>
          <p:nvPr>
            <p:ph type="pic" idx="22"/>
          </p:nvPr>
        </p:nvSpPr>
        <p:spPr>
          <a:xfrm>
            <a:off x="4991688" y="3215783"/>
            <a:ext cx="800100" cy="800100"/>
          </a:xfrm>
          <a:prstGeom prst="rect">
            <a:avLst/>
          </a:prstGeom>
          <a:solidFill>
            <a:schemeClr val="lt1"/>
          </a:solidFill>
          <a:ln>
            <a:noFill/>
          </a:ln>
        </p:spPr>
      </p:sp>
      <p:sp>
        <p:nvSpPr>
          <p:cNvPr id="154" name="Google Shape;154;p24"/>
          <p:cNvSpPr txBox="1">
            <a:spLocks noGrp="1"/>
          </p:cNvSpPr>
          <p:nvPr>
            <p:ph type="body" idx="23"/>
          </p:nvPr>
        </p:nvSpPr>
        <p:spPr>
          <a:xfrm>
            <a:off x="4754945" y="4134911"/>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5" name="Google Shape;155;p24"/>
          <p:cNvSpPr txBox="1">
            <a:spLocks noGrp="1"/>
          </p:cNvSpPr>
          <p:nvPr>
            <p:ph type="body" idx="24"/>
          </p:nvPr>
        </p:nvSpPr>
        <p:spPr>
          <a:xfrm>
            <a:off x="4754945" y="4251437"/>
            <a:ext cx="1360106"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6" name="Google Shape;156;p24"/>
          <p:cNvSpPr>
            <a:spLocks noGrp="1"/>
          </p:cNvSpPr>
          <p:nvPr>
            <p:ph type="pic" idx="25"/>
          </p:nvPr>
        </p:nvSpPr>
        <p:spPr>
          <a:xfrm>
            <a:off x="6852611" y="3215783"/>
            <a:ext cx="800100" cy="800100"/>
          </a:xfrm>
          <a:prstGeom prst="rect">
            <a:avLst/>
          </a:prstGeom>
          <a:solidFill>
            <a:schemeClr val="lt1"/>
          </a:solidFill>
          <a:ln>
            <a:noFill/>
          </a:ln>
        </p:spPr>
      </p:sp>
      <p:sp>
        <p:nvSpPr>
          <p:cNvPr id="157" name="Google Shape;157;p24"/>
          <p:cNvSpPr txBox="1">
            <a:spLocks noGrp="1"/>
          </p:cNvSpPr>
          <p:nvPr>
            <p:ph type="body" idx="26"/>
          </p:nvPr>
        </p:nvSpPr>
        <p:spPr>
          <a:xfrm>
            <a:off x="6569855" y="4134911"/>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8" name="Google Shape;158;p24"/>
          <p:cNvSpPr txBox="1">
            <a:spLocks noGrp="1"/>
          </p:cNvSpPr>
          <p:nvPr>
            <p:ph type="body" idx="27"/>
          </p:nvPr>
        </p:nvSpPr>
        <p:spPr>
          <a:xfrm>
            <a:off x="6558360" y="4251437"/>
            <a:ext cx="1383094"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9" name="Google Shape;159;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solidFill>
                  <a:schemeClr val="dk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0" name="Google Shape;160;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solidFill>
                  <a:schemeClr val="dk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1" name="Google Shape;161;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a:solidFill>
                  <a:schemeClr val="dk1"/>
                </a:solidFill>
                <a:latin typeface="Arial"/>
                <a:ea typeface="Arial"/>
                <a:cs typeface="Arial"/>
                <a:sym typeface="Arial"/>
              </a:defRPr>
            </a:lvl1pPr>
            <a:lvl2pPr marL="0" lvl="1" indent="0" algn="r">
              <a:spcBef>
                <a:spcPts val="0"/>
              </a:spcBef>
              <a:buNone/>
              <a:defRPr sz="700">
                <a:solidFill>
                  <a:schemeClr val="dk1"/>
                </a:solidFill>
                <a:latin typeface="Arial"/>
                <a:ea typeface="Arial"/>
                <a:cs typeface="Arial"/>
                <a:sym typeface="Arial"/>
              </a:defRPr>
            </a:lvl2pPr>
            <a:lvl3pPr marL="0" lvl="2" indent="0" algn="r">
              <a:spcBef>
                <a:spcPts val="0"/>
              </a:spcBef>
              <a:buNone/>
              <a:defRPr sz="700">
                <a:solidFill>
                  <a:schemeClr val="dk1"/>
                </a:solidFill>
                <a:latin typeface="Arial"/>
                <a:ea typeface="Arial"/>
                <a:cs typeface="Arial"/>
                <a:sym typeface="Arial"/>
              </a:defRPr>
            </a:lvl3pPr>
            <a:lvl4pPr marL="0" lvl="3" indent="0" algn="r">
              <a:spcBef>
                <a:spcPts val="0"/>
              </a:spcBef>
              <a:buNone/>
              <a:defRPr sz="700">
                <a:solidFill>
                  <a:schemeClr val="dk1"/>
                </a:solidFill>
                <a:latin typeface="Arial"/>
                <a:ea typeface="Arial"/>
                <a:cs typeface="Arial"/>
                <a:sym typeface="Arial"/>
              </a:defRPr>
            </a:lvl4pPr>
            <a:lvl5pPr marL="0" lvl="4" indent="0" algn="r">
              <a:spcBef>
                <a:spcPts val="0"/>
              </a:spcBef>
              <a:buNone/>
              <a:defRPr sz="700">
                <a:solidFill>
                  <a:schemeClr val="dk1"/>
                </a:solidFill>
                <a:latin typeface="Arial"/>
                <a:ea typeface="Arial"/>
                <a:cs typeface="Arial"/>
                <a:sym typeface="Arial"/>
              </a:defRPr>
            </a:lvl5pPr>
            <a:lvl6pPr marL="0" lvl="5" indent="0" algn="r">
              <a:spcBef>
                <a:spcPts val="0"/>
              </a:spcBef>
              <a:buNone/>
              <a:defRPr sz="700">
                <a:solidFill>
                  <a:schemeClr val="dk1"/>
                </a:solidFill>
                <a:latin typeface="Arial"/>
                <a:ea typeface="Arial"/>
                <a:cs typeface="Arial"/>
                <a:sym typeface="Arial"/>
              </a:defRPr>
            </a:lvl6pPr>
            <a:lvl7pPr marL="0" lvl="6" indent="0" algn="r">
              <a:spcBef>
                <a:spcPts val="0"/>
              </a:spcBef>
              <a:buNone/>
              <a:defRPr sz="700">
                <a:solidFill>
                  <a:schemeClr val="dk1"/>
                </a:solidFill>
                <a:latin typeface="Arial"/>
                <a:ea typeface="Arial"/>
                <a:cs typeface="Arial"/>
                <a:sym typeface="Arial"/>
              </a:defRPr>
            </a:lvl7pPr>
            <a:lvl8pPr marL="0" lvl="7" indent="0" algn="r">
              <a:spcBef>
                <a:spcPts val="0"/>
              </a:spcBef>
              <a:buNone/>
              <a:defRPr sz="700">
                <a:solidFill>
                  <a:schemeClr val="dk1"/>
                </a:solidFill>
                <a:latin typeface="Arial"/>
                <a:ea typeface="Arial"/>
                <a:cs typeface="Arial"/>
                <a:sym typeface="Arial"/>
              </a:defRPr>
            </a:lvl8pPr>
            <a:lvl9pPr marL="0" lvl="8" indent="0" algn="r">
              <a:spcBef>
                <a:spcPts val="0"/>
              </a:spcBef>
              <a:buNone/>
              <a:defRPr sz="7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mart Art">
  <p:cSld name="Smart Art">
    <p:bg>
      <p:bgPr>
        <a:solidFill>
          <a:schemeClr val="lt1"/>
        </a:solidFill>
        <a:effectLst/>
      </p:bgPr>
    </p:bg>
    <p:spTree>
      <p:nvGrpSpPr>
        <p:cNvPr id="1" name="Shape 162"/>
        <p:cNvGrpSpPr/>
        <p:nvPr/>
      </p:nvGrpSpPr>
      <p:grpSpPr>
        <a:xfrm>
          <a:off x="0" y="0"/>
          <a:ext cx="0" cy="0"/>
          <a:chOff x="0" y="0"/>
          <a:chExt cx="0" cy="0"/>
        </a:xfrm>
      </p:grpSpPr>
      <p:grpSp>
        <p:nvGrpSpPr>
          <p:cNvPr id="163" name="Google Shape;163;p25"/>
          <p:cNvGrpSpPr/>
          <p:nvPr/>
        </p:nvGrpSpPr>
        <p:grpSpPr>
          <a:xfrm>
            <a:off x="0" y="0"/>
            <a:ext cx="1943100" cy="770930"/>
            <a:chOff x="0" y="0"/>
            <a:chExt cx="2590800" cy="1027906"/>
          </a:xfrm>
        </p:grpSpPr>
        <p:cxnSp>
          <p:nvCxnSpPr>
            <p:cNvPr id="164" name="Google Shape;164;p25"/>
            <p:cNvCxnSpPr/>
            <p:nvPr/>
          </p:nvCxnSpPr>
          <p:spPr>
            <a:xfrm rot="10800000" flipH="1">
              <a:off x="0" y="0"/>
              <a:ext cx="2590800" cy="762000"/>
            </a:xfrm>
            <a:prstGeom prst="straightConnector1">
              <a:avLst/>
            </a:prstGeom>
            <a:noFill/>
            <a:ln w="9525" cap="flat" cmpd="sng">
              <a:solidFill>
                <a:schemeClr val="dk1"/>
              </a:solidFill>
              <a:prstDash val="solid"/>
              <a:miter lim="800000"/>
              <a:headEnd type="none" w="sm" len="sm"/>
              <a:tailEnd type="none" w="sm" len="sm"/>
            </a:ln>
          </p:spPr>
        </p:cxnSp>
        <p:cxnSp>
          <p:nvCxnSpPr>
            <p:cNvPr id="165" name="Google Shape;165;p25"/>
            <p:cNvCxnSpPr/>
            <p:nvPr/>
          </p:nvCxnSpPr>
          <p:spPr>
            <a:xfrm flipH="1">
              <a:off x="0" y="0"/>
              <a:ext cx="704850" cy="1027906"/>
            </a:xfrm>
            <a:prstGeom prst="straightConnector1">
              <a:avLst/>
            </a:prstGeom>
            <a:noFill/>
            <a:ln w="9525" cap="flat" cmpd="sng">
              <a:solidFill>
                <a:schemeClr val="dk1"/>
              </a:solidFill>
              <a:prstDash val="solid"/>
              <a:miter lim="800000"/>
              <a:headEnd type="none" w="sm" len="sm"/>
              <a:tailEnd type="none" w="sm" len="sm"/>
            </a:ln>
          </p:spPr>
        </p:cxnSp>
      </p:grpSp>
      <p:sp>
        <p:nvSpPr>
          <p:cNvPr id="166" name="Google Shape;166;p25"/>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rgbClr val="0000C6"/>
              </a:buClr>
              <a:buSzPts val="3000"/>
              <a:buFont typeface="Arial"/>
              <a:buNone/>
              <a:defRPr sz="3000" b="1">
                <a:solidFill>
                  <a:srgbClr val="0000C6"/>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67" name="Google Shape;167;p25"/>
          <p:cNvSpPr>
            <a:spLocks noGrp="1"/>
          </p:cNvSpPr>
          <p:nvPr>
            <p:ph type="dgm" idx="2"/>
          </p:nvPr>
        </p:nvSpPr>
        <p:spPr>
          <a:xfrm>
            <a:off x="628650" y="1583531"/>
            <a:ext cx="7886700" cy="2808685"/>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68" name="Google Shape;168;p2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9" name="Google Shape;169;p2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0" name="Google Shape;170;p2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a:solidFill>
                  <a:srgbClr val="888888"/>
                </a:solidFill>
                <a:latin typeface="Arial"/>
                <a:ea typeface="Arial"/>
                <a:cs typeface="Arial"/>
                <a:sym typeface="Arial"/>
              </a:defRPr>
            </a:lvl1pPr>
            <a:lvl2pPr marL="0" lvl="1" indent="0" algn="r">
              <a:spcBef>
                <a:spcPts val="0"/>
              </a:spcBef>
              <a:buNone/>
              <a:defRPr sz="700">
                <a:solidFill>
                  <a:srgbClr val="888888"/>
                </a:solidFill>
                <a:latin typeface="Arial"/>
                <a:ea typeface="Arial"/>
                <a:cs typeface="Arial"/>
                <a:sym typeface="Arial"/>
              </a:defRPr>
            </a:lvl2pPr>
            <a:lvl3pPr marL="0" lvl="2" indent="0" algn="r">
              <a:spcBef>
                <a:spcPts val="0"/>
              </a:spcBef>
              <a:buNone/>
              <a:defRPr sz="700">
                <a:solidFill>
                  <a:srgbClr val="888888"/>
                </a:solidFill>
                <a:latin typeface="Arial"/>
                <a:ea typeface="Arial"/>
                <a:cs typeface="Arial"/>
                <a:sym typeface="Arial"/>
              </a:defRPr>
            </a:lvl3pPr>
            <a:lvl4pPr marL="0" lvl="3" indent="0" algn="r">
              <a:spcBef>
                <a:spcPts val="0"/>
              </a:spcBef>
              <a:buNone/>
              <a:defRPr sz="700">
                <a:solidFill>
                  <a:srgbClr val="888888"/>
                </a:solidFill>
                <a:latin typeface="Arial"/>
                <a:ea typeface="Arial"/>
                <a:cs typeface="Arial"/>
                <a:sym typeface="Arial"/>
              </a:defRPr>
            </a:lvl4pPr>
            <a:lvl5pPr marL="0" lvl="4" indent="0" algn="r">
              <a:spcBef>
                <a:spcPts val="0"/>
              </a:spcBef>
              <a:buNone/>
              <a:defRPr sz="700">
                <a:solidFill>
                  <a:srgbClr val="888888"/>
                </a:solidFill>
                <a:latin typeface="Arial"/>
                <a:ea typeface="Arial"/>
                <a:cs typeface="Arial"/>
                <a:sym typeface="Arial"/>
              </a:defRPr>
            </a:lvl5pPr>
            <a:lvl6pPr marL="0" lvl="5" indent="0" algn="r">
              <a:spcBef>
                <a:spcPts val="0"/>
              </a:spcBef>
              <a:buNone/>
              <a:defRPr sz="700">
                <a:solidFill>
                  <a:srgbClr val="888888"/>
                </a:solidFill>
                <a:latin typeface="Arial"/>
                <a:ea typeface="Arial"/>
                <a:cs typeface="Arial"/>
                <a:sym typeface="Arial"/>
              </a:defRPr>
            </a:lvl6pPr>
            <a:lvl7pPr marL="0" lvl="6" indent="0" algn="r">
              <a:spcBef>
                <a:spcPts val="0"/>
              </a:spcBef>
              <a:buNone/>
              <a:defRPr sz="700">
                <a:solidFill>
                  <a:srgbClr val="888888"/>
                </a:solidFill>
                <a:latin typeface="Arial"/>
                <a:ea typeface="Arial"/>
                <a:cs typeface="Arial"/>
                <a:sym typeface="Arial"/>
              </a:defRPr>
            </a:lvl7pPr>
            <a:lvl8pPr marL="0" lvl="7" indent="0" algn="r">
              <a:spcBef>
                <a:spcPts val="0"/>
              </a:spcBef>
              <a:buNone/>
              <a:defRPr sz="700">
                <a:solidFill>
                  <a:srgbClr val="888888"/>
                </a:solidFill>
                <a:latin typeface="Arial"/>
                <a:ea typeface="Arial"/>
                <a:cs typeface="Arial"/>
                <a:sym typeface="Arial"/>
              </a:defRPr>
            </a:lvl8pPr>
            <a:lvl9pPr marL="0" lvl="8" indent="0" algn="r">
              <a:spcBef>
                <a:spcPts val="0"/>
              </a:spcBef>
              <a:buNone/>
              <a:defRPr sz="70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171"/>
        <p:cNvGrpSpPr/>
        <p:nvPr/>
      </p:nvGrpSpPr>
      <p:grpSpPr>
        <a:xfrm>
          <a:off x="0" y="0"/>
          <a:ext cx="0" cy="0"/>
          <a:chOff x="0" y="0"/>
          <a:chExt cx="0" cy="0"/>
        </a:xfrm>
      </p:grpSpPr>
      <p:sp>
        <p:nvSpPr>
          <p:cNvPr id="172" name="Google Shape;172;p26"/>
          <p:cNvSpPr/>
          <p:nvPr/>
        </p:nvSpPr>
        <p:spPr>
          <a:xfrm>
            <a:off x="1585413" y="102393"/>
            <a:ext cx="7558587" cy="5041106"/>
          </a:xfrm>
          <a:custGeom>
            <a:avLst/>
            <a:gdLst/>
            <a:ahLst/>
            <a:cxnLst/>
            <a:rect l="l" t="t" r="r" b="b"/>
            <a:pathLst>
              <a:path w="10078116" h="6858000" extrusionOk="0">
                <a:moveTo>
                  <a:pt x="3793236" y="6858000"/>
                </a:moveTo>
                <a:lnTo>
                  <a:pt x="0" y="0"/>
                </a:lnTo>
                <a:lnTo>
                  <a:pt x="10078116" y="0"/>
                </a:lnTo>
                <a:lnTo>
                  <a:pt x="10078116" y="6858000"/>
                </a:lnTo>
                <a:close/>
              </a:path>
            </a:pathLst>
          </a:custGeom>
          <a:solidFill>
            <a:srgbClr val="F2F2F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73" name="Google Shape;173;p26"/>
          <p:cNvSpPr txBox="1">
            <a:spLocks noGrp="1"/>
          </p:cNvSpPr>
          <p:nvPr>
            <p:ph type="title"/>
          </p:nvPr>
        </p:nvSpPr>
        <p:spPr>
          <a:xfrm>
            <a:off x="628650" y="4132064"/>
            <a:ext cx="3061607" cy="439341"/>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74" name="Google Shape;174;p26"/>
          <p:cNvSpPr txBox="1">
            <a:spLocks noGrp="1"/>
          </p:cNvSpPr>
          <p:nvPr>
            <p:ph type="body" idx="1"/>
          </p:nvPr>
        </p:nvSpPr>
        <p:spPr>
          <a:xfrm>
            <a:off x="124556" y="1130829"/>
            <a:ext cx="1606323" cy="385763"/>
          </a:xfrm>
          <a:prstGeom prst="rect">
            <a:avLst/>
          </a:prstGeom>
          <a:noFill/>
          <a:ln>
            <a:noFill/>
          </a:ln>
        </p:spPr>
        <p:txBody>
          <a:bodyPr spcFirstLastPara="1" wrap="square" lIns="68575" tIns="34275" rIns="68575" bIns="34275" anchor="ctr" anchorCtr="0">
            <a:normAutofit/>
          </a:bodyPr>
          <a:lstStyle>
            <a:lvl1pPr marL="457200" lvl="0" indent="-228600" algn="r">
              <a:lnSpc>
                <a:spcPct val="90000"/>
              </a:lnSpc>
              <a:spcBef>
                <a:spcPts val="800"/>
              </a:spcBef>
              <a:spcAft>
                <a:spcPts val="0"/>
              </a:spcAft>
              <a:buClr>
                <a:schemeClr val="dk1"/>
              </a:buClr>
              <a:buSzPts val="1500"/>
              <a:buNone/>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5" name="Google Shape;175;p26"/>
          <p:cNvSpPr txBox="1">
            <a:spLocks noGrp="1"/>
          </p:cNvSpPr>
          <p:nvPr>
            <p:ph type="body" idx="2"/>
          </p:nvPr>
        </p:nvSpPr>
        <p:spPr>
          <a:xfrm>
            <a:off x="549098" y="1938073"/>
            <a:ext cx="1606323" cy="385763"/>
          </a:xfrm>
          <a:prstGeom prst="rect">
            <a:avLst/>
          </a:prstGeom>
          <a:noFill/>
          <a:ln>
            <a:noFill/>
          </a:ln>
        </p:spPr>
        <p:txBody>
          <a:bodyPr spcFirstLastPara="1" wrap="square" lIns="68575" tIns="34275" rIns="68575" bIns="34275" anchor="ctr" anchorCtr="0">
            <a:normAutofit/>
          </a:bodyPr>
          <a:lstStyle>
            <a:lvl1pPr marL="457200" lvl="0" indent="-228600" algn="r">
              <a:lnSpc>
                <a:spcPct val="90000"/>
              </a:lnSpc>
              <a:spcBef>
                <a:spcPts val="800"/>
              </a:spcBef>
              <a:spcAft>
                <a:spcPts val="0"/>
              </a:spcAft>
              <a:buClr>
                <a:schemeClr val="dk1"/>
              </a:buClr>
              <a:buSzPts val="1500"/>
              <a:buNone/>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6" name="Google Shape;176;p26"/>
          <p:cNvSpPr txBox="1">
            <a:spLocks noGrp="1"/>
          </p:cNvSpPr>
          <p:nvPr>
            <p:ph type="body" idx="3"/>
          </p:nvPr>
        </p:nvSpPr>
        <p:spPr>
          <a:xfrm>
            <a:off x="1003917" y="2745317"/>
            <a:ext cx="1606323" cy="385763"/>
          </a:xfrm>
          <a:prstGeom prst="rect">
            <a:avLst/>
          </a:prstGeom>
          <a:noFill/>
          <a:ln>
            <a:noFill/>
          </a:ln>
        </p:spPr>
        <p:txBody>
          <a:bodyPr spcFirstLastPara="1" wrap="square" lIns="68575" tIns="34275" rIns="68575" bIns="34275" anchor="ctr" anchorCtr="0">
            <a:normAutofit/>
          </a:bodyPr>
          <a:lstStyle>
            <a:lvl1pPr marL="457200" lvl="0" indent="-228600" algn="r">
              <a:lnSpc>
                <a:spcPct val="90000"/>
              </a:lnSpc>
              <a:spcBef>
                <a:spcPts val="800"/>
              </a:spcBef>
              <a:spcAft>
                <a:spcPts val="0"/>
              </a:spcAft>
              <a:buClr>
                <a:schemeClr val="dk1"/>
              </a:buClr>
              <a:buSzPts val="1500"/>
              <a:buNone/>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7" name="Google Shape;177;p26"/>
          <p:cNvSpPr txBox="1">
            <a:spLocks noGrp="1"/>
          </p:cNvSpPr>
          <p:nvPr>
            <p:ph type="body" idx="4"/>
          </p:nvPr>
        </p:nvSpPr>
        <p:spPr>
          <a:xfrm>
            <a:off x="1442067" y="3552561"/>
            <a:ext cx="1606323" cy="385763"/>
          </a:xfrm>
          <a:prstGeom prst="rect">
            <a:avLst/>
          </a:prstGeom>
          <a:noFill/>
          <a:ln>
            <a:noFill/>
          </a:ln>
        </p:spPr>
        <p:txBody>
          <a:bodyPr spcFirstLastPara="1" wrap="square" lIns="68575" tIns="34275" rIns="68575" bIns="34275" anchor="ctr" anchorCtr="0">
            <a:normAutofit/>
          </a:bodyPr>
          <a:lstStyle>
            <a:lvl1pPr marL="457200" lvl="0" indent="-228600" algn="r">
              <a:lnSpc>
                <a:spcPct val="90000"/>
              </a:lnSpc>
              <a:spcBef>
                <a:spcPts val="800"/>
              </a:spcBef>
              <a:spcAft>
                <a:spcPts val="0"/>
              </a:spcAft>
              <a:buClr>
                <a:schemeClr val="dk1"/>
              </a:buClr>
              <a:buSzPts val="1500"/>
              <a:buNone/>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8" name="Google Shape;178;p26"/>
          <p:cNvSpPr txBox="1">
            <a:spLocks noGrp="1"/>
          </p:cNvSpPr>
          <p:nvPr>
            <p:ph type="body" idx="5"/>
          </p:nvPr>
        </p:nvSpPr>
        <p:spPr>
          <a:xfrm>
            <a:off x="3301152" y="1210146"/>
            <a:ext cx="3827010" cy="758132"/>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rgbClr val="0000C6"/>
              </a:buClr>
              <a:buSzPts val="1800"/>
              <a:buNone/>
              <a:defRPr sz="1800" b="0">
                <a:solidFill>
                  <a:srgbClr val="0000C6"/>
                </a:solidFill>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9" name="Google Shape;179;p26"/>
          <p:cNvSpPr txBox="1">
            <a:spLocks noGrp="1"/>
          </p:cNvSpPr>
          <p:nvPr>
            <p:ph type="body" idx="6"/>
          </p:nvPr>
        </p:nvSpPr>
        <p:spPr>
          <a:xfrm>
            <a:off x="3739522" y="2011923"/>
            <a:ext cx="3827010" cy="758131"/>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rgbClr val="0000C6"/>
              </a:buClr>
              <a:buSzPts val="1800"/>
              <a:buNone/>
              <a:defRPr sz="1800" b="0">
                <a:solidFill>
                  <a:srgbClr val="0000C6"/>
                </a:solidFill>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0" name="Google Shape;180;p26"/>
          <p:cNvSpPr txBox="1">
            <a:spLocks noGrp="1"/>
          </p:cNvSpPr>
          <p:nvPr>
            <p:ph type="body" idx="7"/>
          </p:nvPr>
        </p:nvSpPr>
        <p:spPr>
          <a:xfrm>
            <a:off x="4182703" y="2816546"/>
            <a:ext cx="3827010" cy="758132"/>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rgbClr val="0000C6"/>
              </a:buClr>
              <a:buSzPts val="1800"/>
              <a:buNone/>
              <a:defRPr sz="1800" b="0">
                <a:solidFill>
                  <a:srgbClr val="0000C6"/>
                </a:solidFill>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1" name="Google Shape;181;p26"/>
          <p:cNvSpPr txBox="1">
            <a:spLocks noGrp="1"/>
          </p:cNvSpPr>
          <p:nvPr>
            <p:ph type="body" idx="8"/>
          </p:nvPr>
        </p:nvSpPr>
        <p:spPr>
          <a:xfrm>
            <a:off x="4631460" y="3618323"/>
            <a:ext cx="3827010" cy="758132"/>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rgbClr val="0000C6"/>
              </a:buClr>
              <a:buSzPts val="1800"/>
              <a:buNone/>
              <a:defRPr sz="1800" b="0">
                <a:solidFill>
                  <a:srgbClr val="0000C6"/>
                </a:solidFill>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2" name="Google Shape;182;p2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solidFill>
                  <a:srgbClr val="898989"/>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3" name="Google Shape;183;p26"/>
          <p:cNvSpPr txBox="1">
            <a:spLocks noGrp="1"/>
          </p:cNvSpPr>
          <p:nvPr>
            <p:ph type="ftr" idx="11"/>
          </p:nvPr>
        </p:nvSpPr>
        <p:spPr>
          <a:xfrm>
            <a:off x="5061857" y="4767263"/>
            <a:ext cx="2831986"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4" name="Google Shape;184;p26"/>
          <p:cNvSpPr txBox="1">
            <a:spLocks noGrp="1"/>
          </p:cNvSpPr>
          <p:nvPr>
            <p:ph type="sldNum" idx="12"/>
          </p:nvPr>
        </p:nvSpPr>
        <p:spPr>
          <a:xfrm>
            <a:off x="8108156" y="4767263"/>
            <a:ext cx="407194"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a:solidFill>
                  <a:srgbClr val="888888"/>
                </a:solidFill>
                <a:latin typeface="Arial"/>
                <a:ea typeface="Arial"/>
                <a:cs typeface="Arial"/>
                <a:sym typeface="Arial"/>
              </a:defRPr>
            </a:lvl1pPr>
            <a:lvl2pPr marL="0" lvl="1" indent="0" algn="r">
              <a:spcBef>
                <a:spcPts val="0"/>
              </a:spcBef>
              <a:buNone/>
              <a:defRPr sz="700">
                <a:solidFill>
                  <a:srgbClr val="888888"/>
                </a:solidFill>
                <a:latin typeface="Arial"/>
                <a:ea typeface="Arial"/>
                <a:cs typeface="Arial"/>
                <a:sym typeface="Arial"/>
              </a:defRPr>
            </a:lvl2pPr>
            <a:lvl3pPr marL="0" lvl="2" indent="0" algn="r">
              <a:spcBef>
                <a:spcPts val="0"/>
              </a:spcBef>
              <a:buNone/>
              <a:defRPr sz="700">
                <a:solidFill>
                  <a:srgbClr val="888888"/>
                </a:solidFill>
                <a:latin typeface="Arial"/>
                <a:ea typeface="Arial"/>
                <a:cs typeface="Arial"/>
                <a:sym typeface="Arial"/>
              </a:defRPr>
            </a:lvl3pPr>
            <a:lvl4pPr marL="0" lvl="3" indent="0" algn="r">
              <a:spcBef>
                <a:spcPts val="0"/>
              </a:spcBef>
              <a:buNone/>
              <a:defRPr sz="700">
                <a:solidFill>
                  <a:srgbClr val="888888"/>
                </a:solidFill>
                <a:latin typeface="Arial"/>
                <a:ea typeface="Arial"/>
                <a:cs typeface="Arial"/>
                <a:sym typeface="Arial"/>
              </a:defRPr>
            </a:lvl4pPr>
            <a:lvl5pPr marL="0" lvl="4" indent="0" algn="r">
              <a:spcBef>
                <a:spcPts val="0"/>
              </a:spcBef>
              <a:buNone/>
              <a:defRPr sz="700">
                <a:solidFill>
                  <a:srgbClr val="888888"/>
                </a:solidFill>
                <a:latin typeface="Arial"/>
                <a:ea typeface="Arial"/>
                <a:cs typeface="Arial"/>
                <a:sym typeface="Arial"/>
              </a:defRPr>
            </a:lvl5pPr>
            <a:lvl6pPr marL="0" lvl="5" indent="0" algn="r">
              <a:spcBef>
                <a:spcPts val="0"/>
              </a:spcBef>
              <a:buNone/>
              <a:defRPr sz="700">
                <a:solidFill>
                  <a:srgbClr val="888888"/>
                </a:solidFill>
                <a:latin typeface="Arial"/>
                <a:ea typeface="Arial"/>
                <a:cs typeface="Arial"/>
                <a:sym typeface="Arial"/>
              </a:defRPr>
            </a:lvl6pPr>
            <a:lvl7pPr marL="0" lvl="6" indent="0" algn="r">
              <a:spcBef>
                <a:spcPts val="0"/>
              </a:spcBef>
              <a:buNone/>
              <a:defRPr sz="700">
                <a:solidFill>
                  <a:srgbClr val="888888"/>
                </a:solidFill>
                <a:latin typeface="Arial"/>
                <a:ea typeface="Arial"/>
                <a:cs typeface="Arial"/>
                <a:sym typeface="Arial"/>
              </a:defRPr>
            </a:lvl7pPr>
            <a:lvl8pPr marL="0" lvl="7" indent="0" algn="r">
              <a:spcBef>
                <a:spcPts val="0"/>
              </a:spcBef>
              <a:buNone/>
              <a:defRPr sz="700">
                <a:solidFill>
                  <a:srgbClr val="888888"/>
                </a:solidFill>
                <a:latin typeface="Arial"/>
                <a:ea typeface="Arial"/>
                <a:cs typeface="Arial"/>
                <a:sym typeface="Arial"/>
              </a:defRPr>
            </a:lvl8pPr>
            <a:lvl9pPr marL="0" lvl="8" indent="0" algn="r">
              <a:spcBef>
                <a:spcPts val="0"/>
              </a:spcBef>
              <a:buNone/>
              <a:defRPr sz="70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85" name="Google Shape;185;p26"/>
          <p:cNvCxnSpPr/>
          <p:nvPr/>
        </p:nvCxnSpPr>
        <p:spPr>
          <a:xfrm>
            <a:off x="3265136" y="3767950"/>
            <a:ext cx="1134908" cy="0"/>
          </a:xfrm>
          <a:prstGeom prst="straightConnector1">
            <a:avLst/>
          </a:prstGeom>
          <a:noFill/>
          <a:ln w="9525" cap="flat" cmpd="sng">
            <a:solidFill>
              <a:schemeClr val="dk1"/>
            </a:solidFill>
            <a:prstDash val="solid"/>
            <a:miter lim="800000"/>
            <a:headEnd type="none" w="sm" len="sm"/>
            <a:tailEnd type="none" w="sm" len="sm"/>
          </a:ln>
        </p:spPr>
      </p:cxnSp>
      <p:cxnSp>
        <p:nvCxnSpPr>
          <p:cNvPr id="186" name="Google Shape;186;p26"/>
          <p:cNvCxnSpPr/>
          <p:nvPr/>
        </p:nvCxnSpPr>
        <p:spPr>
          <a:xfrm>
            <a:off x="2819938" y="2961338"/>
            <a:ext cx="1134908" cy="0"/>
          </a:xfrm>
          <a:prstGeom prst="straightConnector1">
            <a:avLst/>
          </a:prstGeom>
          <a:noFill/>
          <a:ln w="9525" cap="flat" cmpd="sng">
            <a:solidFill>
              <a:schemeClr val="dk1"/>
            </a:solidFill>
            <a:prstDash val="solid"/>
            <a:miter lim="800000"/>
            <a:headEnd type="none" w="sm" len="sm"/>
            <a:tailEnd type="none" w="sm" len="sm"/>
          </a:ln>
        </p:spPr>
      </p:cxnSp>
      <p:cxnSp>
        <p:nvCxnSpPr>
          <p:cNvPr id="187" name="Google Shape;187;p26"/>
          <p:cNvCxnSpPr/>
          <p:nvPr/>
        </p:nvCxnSpPr>
        <p:spPr>
          <a:xfrm>
            <a:off x="2380090" y="2154515"/>
            <a:ext cx="1134908" cy="0"/>
          </a:xfrm>
          <a:prstGeom prst="straightConnector1">
            <a:avLst/>
          </a:prstGeom>
          <a:noFill/>
          <a:ln w="9525" cap="flat" cmpd="sng">
            <a:solidFill>
              <a:schemeClr val="dk1"/>
            </a:solidFill>
            <a:prstDash val="solid"/>
            <a:miter lim="800000"/>
            <a:headEnd type="none" w="sm" len="sm"/>
            <a:tailEnd type="none" w="sm" len="sm"/>
          </a:ln>
        </p:spPr>
      </p:cxnSp>
      <p:cxnSp>
        <p:nvCxnSpPr>
          <p:cNvPr id="188" name="Google Shape;188;p26"/>
          <p:cNvCxnSpPr/>
          <p:nvPr/>
        </p:nvCxnSpPr>
        <p:spPr>
          <a:xfrm>
            <a:off x="1939697" y="1347062"/>
            <a:ext cx="1134908" cy="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ree Content">
  <p:cSld name="Three Content">
    <p:bg>
      <p:bgPr>
        <a:solidFill>
          <a:schemeClr val="lt1"/>
        </a:solidFill>
        <a:effectLst/>
      </p:bgPr>
    </p:bg>
    <p:spTree>
      <p:nvGrpSpPr>
        <p:cNvPr id="1" name="Shape 189"/>
        <p:cNvGrpSpPr/>
        <p:nvPr/>
      </p:nvGrpSpPr>
      <p:grpSpPr>
        <a:xfrm>
          <a:off x="0" y="0"/>
          <a:ext cx="0" cy="0"/>
          <a:chOff x="0" y="0"/>
          <a:chExt cx="0" cy="0"/>
        </a:xfrm>
      </p:grpSpPr>
      <p:sp>
        <p:nvSpPr>
          <p:cNvPr id="190" name="Google Shape;190;p27"/>
          <p:cNvSpPr txBox="1">
            <a:spLocks noGrp="1"/>
          </p:cNvSpPr>
          <p:nvPr>
            <p:ph type="title"/>
          </p:nvPr>
        </p:nvSpPr>
        <p:spPr>
          <a:xfrm>
            <a:off x="1001729" y="669133"/>
            <a:ext cx="7081463" cy="994172"/>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rgbClr val="0000C6"/>
              </a:buClr>
              <a:buSzPts val="3000"/>
              <a:buFont typeface="Arial"/>
              <a:buNone/>
              <a:defRPr sz="3000" b="1">
                <a:solidFill>
                  <a:srgbClr val="0000C6"/>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1" name="Google Shape;191;p27"/>
          <p:cNvSpPr txBox="1">
            <a:spLocks noGrp="1"/>
          </p:cNvSpPr>
          <p:nvPr>
            <p:ph type="body" idx="1"/>
          </p:nvPr>
        </p:nvSpPr>
        <p:spPr>
          <a:xfrm>
            <a:off x="932328" y="2082702"/>
            <a:ext cx="2161856"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92" name="Google Shape;192;p27"/>
          <p:cNvSpPr txBox="1">
            <a:spLocks noGrp="1"/>
          </p:cNvSpPr>
          <p:nvPr>
            <p:ph type="body" idx="2"/>
          </p:nvPr>
        </p:nvSpPr>
        <p:spPr>
          <a:xfrm>
            <a:off x="932328" y="2875955"/>
            <a:ext cx="2161856" cy="14984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3" name="Google Shape;193;p27"/>
          <p:cNvSpPr txBox="1">
            <a:spLocks noGrp="1"/>
          </p:cNvSpPr>
          <p:nvPr>
            <p:ph type="body" idx="3"/>
          </p:nvPr>
        </p:nvSpPr>
        <p:spPr>
          <a:xfrm>
            <a:off x="3485749" y="2082702"/>
            <a:ext cx="2172503"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94" name="Google Shape;194;p27"/>
          <p:cNvSpPr txBox="1">
            <a:spLocks noGrp="1"/>
          </p:cNvSpPr>
          <p:nvPr>
            <p:ph type="body" idx="4"/>
          </p:nvPr>
        </p:nvSpPr>
        <p:spPr>
          <a:xfrm>
            <a:off x="3485749" y="2875955"/>
            <a:ext cx="2172503" cy="14984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5" name="Google Shape;195;p27"/>
          <p:cNvSpPr txBox="1">
            <a:spLocks noGrp="1"/>
          </p:cNvSpPr>
          <p:nvPr>
            <p:ph type="body" idx="5"/>
          </p:nvPr>
        </p:nvSpPr>
        <p:spPr>
          <a:xfrm>
            <a:off x="6049816" y="2082702"/>
            <a:ext cx="2161856"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96" name="Google Shape;196;p27"/>
          <p:cNvSpPr txBox="1">
            <a:spLocks noGrp="1"/>
          </p:cNvSpPr>
          <p:nvPr>
            <p:ph type="body" idx="6"/>
          </p:nvPr>
        </p:nvSpPr>
        <p:spPr>
          <a:xfrm>
            <a:off x="6049816" y="2875955"/>
            <a:ext cx="2161856" cy="14984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7" name="Google Shape;197;p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8" name="Google Shape;198;p2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9" name="Google Shape;199;p2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a:solidFill>
                  <a:srgbClr val="888888"/>
                </a:solidFill>
                <a:latin typeface="Arial"/>
                <a:ea typeface="Arial"/>
                <a:cs typeface="Arial"/>
                <a:sym typeface="Arial"/>
              </a:defRPr>
            </a:lvl1pPr>
            <a:lvl2pPr marL="0" lvl="1" indent="0" algn="r">
              <a:spcBef>
                <a:spcPts val="0"/>
              </a:spcBef>
              <a:buNone/>
              <a:defRPr sz="700">
                <a:solidFill>
                  <a:srgbClr val="888888"/>
                </a:solidFill>
                <a:latin typeface="Arial"/>
                <a:ea typeface="Arial"/>
                <a:cs typeface="Arial"/>
                <a:sym typeface="Arial"/>
              </a:defRPr>
            </a:lvl2pPr>
            <a:lvl3pPr marL="0" lvl="2" indent="0" algn="r">
              <a:spcBef>
                <a:spcPts val="0"/>
              </a:spcBef>
              <a:buNone/>
              <a:defRPr sz="700">
                <a:solidFill>
                  <a:srgbClr val="888888"/>
                </a:solidFill>
                <a:latin typeface="Arial"/>
                <a:ea typeface="Arial"/>
                <a:cs typeface="Arial"/>
                <a:sym typeface="Arial"/>
              </a:defRPr>
            </a:lvl3pPr>
            <a:lvl4pPr marL="0" lvl="3" indent="0" algn="r">
              <a:spcBef>
                <a:spcPts val="0"/>
              </a:spcBef>
              <a:buNone/>
              <a:defRPr sz="700">
                <a:solidFill>
                  <a:srgbClr val="888888"/>
                </a:solidFill>
                <a:latin typeface="Arial"/>
                <a:ea typeface="Arial"/>
                <a:cs typeface="Arial"/>
                <a:sym typeface="Arial"/>
              </a:defRPr>
            </a:lvl4pPr>
            <a:lvl5pPr marL="0" lvl="4" indent="0" algn="r">
              <a:spcBef>
                <a:spcPts val="0"/>
              </a:spcBef>
              <a:buNone/>
              <a:defRPr sz="700">
                <a:solidFill>
                  <a:srgbClr val="888888"/>
                </a:solidFill>
                <a:latin typeface="Arial"/>
                <a:ea typeface="Arial"/>
                <a:cs typeface="Arial"/>
                <a:sym typeface="Arial"/>
              </a:defRPr>
            </a:lvl5pPr>
            <a:lvl6pPr marL="0" lvl="5" indent="0" algn="r">
              <a:spcBef>
                <a:spcPts val="0"/>
              </a:spcBef>
              <a:buNone/>
              <a:defRPr sz="700">
                <a:solidFill>
                  <a:srgbClr val="888888"/>
                </a:solidFill>
                <a:latin typeface="Arial"/>
                <a:ea typeface="Arial"/>
                <a:cs typeface="Arial"/>
                <a:sym typeface="Arial"/>
              </a:defRPr>
            </a:lvl6pPr>
            <a:lvl7pPr marL="0" lvl="6" indent="0" algn="r">
              <a:spcBef>
                <a:spcPts val="0"/>
              </a:spcBef>
              <a:buNone/>
              <a:defRPr sz="700">
                <a:solidFill>
                  <a:srgbClr val="888888"/>
                </a:solidFill>
                <a:latin typeface="Arial"/>
                <a:ea typeface="Arial"/>
                <a:cs typeface="Arial"/>
                <a:sym typeface="Arial"/>
              </a:defRPr>
            </a:lvl7pPr>
            <a:lvl8pPr marL="0" lvl="7" indent="0" algn="r">
              <a:spcBef>
                <a:spcPts val="0"/>
              </a:spcBef>
              <a:buNone/>
              <a:defRPr sz="700">
                <a:solidFill>
                  <a:srgbClr val="888888"/>
                </a:solidFill>
                <a:latin typeface="Arial"/>
                <a:ea typeface="Arial"/>
                <a:cs typeface="Arial"/>
                <a:sym typeface="Arial"/>
              </a:defRPr>
            </a:lvl8pPr>
            <a:lvl9pPr marL="0" lvl="8" indent="0" algn="r">
              <a:spcBef>
                <a:spcPts val="0"/>
              </a:spcBef>
              <a:buNone/>
              <a:defRPr sz="70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ummary">
  <p:cSld name="Summary">
    <p:spTree>
      <p:nvGrpSpPr>
        <p:cNvPr id="1" name="Shape 200"/>
        <p:cNvGrpSpPr/>
        <p:nvPr/>
      </p:nvGrpSpPr>
      <p:grpSpPr>
        <a:xfrm>
          <a:off x="0" y="0"/>
          <a:ext cx="0" cy="0"/>
          <a:chOff x="0" y="0"/>
          <a:chExt cx="0" cy="0"/>
        </a:xfrm>
      </p:grpSpPr>
      <p:sp>
        <p:nvSpPr>
          <p:cNvPr id="201" name="Google Shape;201;p28"/>
          <p:cNvSpPr txBox="1">
            <a:spLocks noGrp="1"/>
          </p:cNvSpPr>
          <p:nvPr>
            <p:ph type="title"/>
          </p:nvPr>
        </p:nvSpPr>
        <p:spPr>
          <a:xfrm>
            <a:off x="4107656" y="1253729"/>
            <a:ext cx="3833813" cy="903684"/>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rgbClr val="0000C6"/>
              </a:buClr>
              <a:buSzPts val="3000"/>
              <a:buFont typeface="Arial"/>
              <a:buNone/>
              <a:defRPr sz="3000" b="1">
                <a:solidFill>
                  <a:srgbClr val="0000C6"/>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02" name="Google Shape;202;p28"/>
          <p:cNvSpPr txBox="1">
            <a:spLocks noGrp="1"/>
          </p:cNvSpPr>
          <p:nvPr>
            <p:ph type="body" idx="1"/>
          </p:nvPr>
        </p:nvSpPr>
        <p:spPr>
          <a:xfrm>
            <a:off x="4107656" y="2745581"/>
            <a:ext cx="3833813" cy="1144191"/>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03" name="Google Shape;203;p2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04" name="Google Shape;204;p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05" name="Google Shape;205;p2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a:solidFill>
                  <a:srgbClr val="888888"/>
                </a:solidFill>
                <a:latin typeface="Arial"/>
                <a:ea typeface="Arial"/>
                <a:cs typeface="Arial"/>
                <a:sym typeface="Arial"/>
              </a:defRPr>
            </a:lvl1pPr>
            <a:lvl2pPr marL="0" lvl="1" indent="0" algn="r">
              <a:spcBef>
                <a:spcPts val="0"/>
              </a:spcBef>
              <a:buNone/>
              <a:defRPr sz="700">
                <a:solidFill>
                  <a:srgbClr val="888888"/>
                </a:solidFill>
                <a:latin typeface="Arial"/>
                <a:ea typeface="Arial"/>
                <a:cs typeface="Arial"/>
                <a:sym typeface="Arial"/>
              </a:defRPr>
            </a:lvl2pPr>
            <a:lvl3pPr marL="0" lvl="2" indent="0" algn="r">
              <a:spcBef>
                <a:spcPts val="0"/>
              </a:spcBef>
              <a:buNone/>
              <a:defRPr sz="700">
                <a:solidFill>
                  <a:srgbClr val="888888"/>
                </a:solidFill>
                <a:latin typeface="Arial"/>
                <a:ea typeface="Arial"/>
                <a:cs typeface="Arial"/>
                <a:sym typeface="Arial"/>
              </a:defRPr>
            </a:lvl3pPr>
            <a:lvl4pPr marL="0" lvl="3" indent="0" algn="r">
              <a:spcBef>
                <a:spcPts val="0"/>
              </a:spcBef>
              <a:buNone/>
              <a:defRPr sz="700">
                <a:solidFill>
                  <a:srgbClr val="888888"/>
                </a:solidFill>
                <a:latin typeface="Arial"/>
                <a:ea typeface="Arial"/>
                <a:cs typeface="Arial"/>
                <a:sym typeface="Arial"/>
              </a:defRPr>
            </a:lvl4pPr>
            <a:lvl5pPr marL="0" lvl="4" indent="0" algn="r">
              <a:spcBef>
                <a:spcPts val="0"/>
              </a:spcBef>
              <a:buNone/>
              <a:defRPr sz="700">
                <a:solidFill>
                  <a:srgbClr val="888888"/>
                </a:solidFill>
                <a:latin typeface="Arial"/>
                <a:ea typeface="Arial"/>
                <a:cs typeface="Arial"/>
                <a:sym typeface="Arial"/>
              </a:defRPr>
            </a:lvl5pPr>
            <a:lvl6pPr marL="0" lvl="5" indent="0" algn="r">
              <a:spcBef>
                <a:spcPts val="0"/>
              </a:spcBef>
              <a:buNone/>
              <a:defRPr sz="700">
                <a:solidFill>
                  <a:srgbClr val="888888"/>
                </a:solidFill>
                <a:latin typeface="Arial"/>
                <a:ea typeface="Arial"/>
                <a:cs typeface="Arial"/>
                <a:sym typeface="Arial"/>
              </a:defRPr>
            </a:lvl6pPr>
            <a:lvl7pPr marL="0" lvl="6" indent="0" algn="r">
              <a:spcBef>
                <a:spcPts val="0"/>
              </a:spcBef>
              <a:buNone/>
              <a:defRPr sz="700">
                <a:solidFill>
                  <a:srgbClr val="888888"/>
                </a:solidFill>
                <a:latin typeface="Arial"/>
                <a:ea typeface="Arial"/>
                <a:cs typeface="Arial"/>
                <a:sym typeface="Arial"/>
              </a:defRPr>
            </a:lvl7pPr>
            <a:lvl8pPr marL="0" lvl="7" indent="0" algn="r">
              <a:spcBef>
                <a:spcPts val="0"/>
              </a:spcBef>
              <a:buNone/>
              <a:defRPr sz="700">
                <a:solidFill>
                  <a:srgbClr val="888888"/>
                </a:solidFill>
                <a:latin typeface="Arial"/>
                <a:ea typeface="Arial"/>
                <a:cs typeface="Arial"/>
                <a:sym typeface="Arial"/>
              </a:defRPr>
            </a:lvl8pPr>
            <a:lvl9pPr marL="0" lvl="8" indent="0" algn="r">
              <a:spcBef>
                <a:spcPts val="0"/>
              </a:spcBef>
              <a:buNone/>
              <a:defRPr sz="70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225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losing">
  <p:cSld name="Closing">
    <p:bg>
      <p:bgPr>
        <a:solidFill>
          <a:schemeClr val="lt1"/>
        </a:solidFill>
        <a:effectLst/>
      </p:bgPr>
    </p:bg>
    <p:spTree>
      <p:nvGrpSpPr>
        <p:cNvPr id="1" name="Shape 206"/>
        <p:cNvGrpSpPr/>
        <p:nvPr/>
      </p:nvGrpSpPr>
      <p:grpSpPr>
        <a:xfrm>
          <a:off x="0" y="0"/>
          <a:ext cx="0" cy="0"/>
          <a:chOff x="0" y="0"/>
          <a:chExt cx="0" cy="0"/>
        </a:xfrm>
      </p:grpSpPr>
      <p:sp>
        <p:nvSpPr>
          <p:cNvPr id="207" name="Google Shape;207;p29"/>
          <p:cNvSpPr txBox="1">
            <a:spLocks noGrp="1"/>
          </p:cNvSpPr>
          <p:nvPr>
            <p:ph type="ctrTitle"/>
          </p:nvPr>
        </p:nvSpPr>
        <p:spPr>
          <a:xfrm>
            <a:off x="3200400" y="1211802"/>
            <a:ext cx="4135349" cy="1143551"/>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rgbClr val="0000C6"/>
              </a:buClr>
              <a:buSzPts val="3000"/>
              <a:buFont typeface="Arial"/>
              <a:buNone/>
              <a:defRPr sz="3000" b="1">
                <a:solidFill>
                  <a:srgbClr val="0000C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08" name="Google Shape;208;p29"/>
          <p:cNvSpPr txBox="1">
            <a:spLocks noGrp="1"/>
          </p:cNvSpPr>
          <p:nvPr>
            <p:ph type="subTitle" idx="1"/>
          </p:nvPr>
        </p:nvSpPr>
        <p:spPr>
          <a:xfrm>
            <a:off x="3200399" y="2428577"/>
            <a:ext cx="4135348" cy="1028998"/>
          </a:xfrm>
          <a:prstGeom prst="rect">
            <a:avLst/>
          </a:prstGeom>
          <a:noFill/>
          <a:ln>
            <a:noFill/>
          </a:ln>
        </p:spPr>
        <p:txBody>
          <a:bodyPr spcFirstLastPara="1" wrap="square" lIns="68575" tIns="34275" rIns="68575" bIns="34275" anchor="t" anchorCtr="0">
            <a:normAutofit/>
          </a:bodyPr>
          <a:lstStyle>
            <a:lvl1pPr lvl="0" algn="l">
              <a:lnSpc>
                <a:spcPct val="150000"/>
              </a:lnSpc>
              <a:spcBef>
                <a:spcPts val="800"/>
              </a:spcBef>
              <a:spcAft>
                <a:spcPts val="0"/>
              </a:spcAft>
              <a:buClr>
                <a:schemeClr val="dk1"/>
              </a:buClr>
              <a:buSzPts val="1800"/>
              <a:buNone/>
              <a:defRPr sz="1800">
                <a:solidFill>
                  <a:schemeClr val="dk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209" name="Google Shape;209;p29"/>
          <p:cNvSpPr txBox="1">
            <a:spLocks noGrp="1"/>
          </p:cNvSpPr>
          <p:nvPr>
            <p:ph type="dt" idx="10"/>
          </p:nvPr>
        </p:nvSpPr>
        <p:spPr>
          <a:xfrm>
            <a:off x="3200400" y="4767263"/>
            <a:ext cx="1330778"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0" name="Google Shape;210;p29"/>
          <p:cNvSpPr txBox="1">
            <a:spLocks noGrp="1"/>
          </p:cNvSpPr>
          <p:nvPr>
            <p:ph type="ftr" idx="11"/>
          </p:nvPr>
        </p:nvSpPr>
        <p:spPr>
          <a:xfrm>
            <a:off x="4859791" y="4767263"/>
            <a:ext cx="199616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1" name="Google Shape;211;p29"/>
          <p:cNvSpPr txBox="1">
            <a:spLocks noGrp="1"/>
          </p:cNvSpPr>
          <p:nvPr>
            <p:ph type="sldNum" idx="12"/>
          </p:nvPr>
        </p:nvSpPr>
        <p:spPr>
          <a:xfrm>
            <a:off x="7184571" y="4767263"/>
            <a:ext cx="1330778"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a:solidFill>
                  <a:srgbClr val="888888"/>
                </a:solidFill>
                <a:latin typeface="Arial"/>
                <a:ea typeface="Arial"/>
                <a:cs typeface="Arial"/>
                <a:sym typeface="Arial"/>
              </a:defRPr>
            </a:lvl1pPr>
            <a:lvl2pPr marL="0" lvl="1" indent="0" algn="r">
              <a:spcBef>
                <a:spcPts val="0"/>
              </a:spcBef>
              <a:buNone/>
              <a:defRPr sz="700">
                <a:solidFill>
                  <a:srgbClr val="888888"/>
                </a:solidFill>
                <a:latin typeface="Arial"/>
                <a:ea typeface="Arial"/>
                <a:cs typeface="Arial"/>
                <a:sym typeface="Arial"/>
              </a:defRPr>
            </a:lvl2pPr>
            <a:lvl3pPr marL="0" lvl="2" indent="0" algn="r">
              <a:spcBef>
                <a:spcPts val="0"/>
              </a:spcBef>
              <a:buNone/>
              <a:defRPr sz="700">
                <a:solidFill>
                  <a:srgbClr val="888888"/>
                </a:solidFill>
                <a:latin typeface="Arial"/>
                <a:ea typeface="Arial"/>
                <a:cs typeface="Arial"/>
                <a:sym typeface="Arial"/>
              </a:defRPr>
            </a:lvl3pPr>
            <a:lvl4pPr marL="0" lvl="3" indent="0" algn="r">
              <a:spcBef>
                <a:spcPts val="0"/>
              </a:spcBef>
              <a:buNone/>
              <a:defRPr sz="700">
                <a:solidFill>
                  <a:srgbClr val="888888"/>
                </a:solidFill>
                <a:latin typeface="Arial"/>
                <a:ea typeface="Arial"/>
                <a:cs typeface="Arial"/>
                <a:sym typeface="Arial"/>
              </a:defRPr>
            </a:lvl4pPr>
            <a:lvl5pPr marL="0" lvl="4" indent="0" algn="r">
              <a:spcBef>
                <a:spcPts val="0"/>
              </a:spcBef>
              <a:buNone/>
              <a:defRPr sz="700">
                <a:solidFill>
                  <a:srgbClr val="888888"/>
                </a:solidFill>
                <a:latin typeface="Arial"/>
                <a:ea typeface="Arial"/>
                <a:cs typeface="Arial"/>
                <a:sym typeface="Arial"/>
              </a:defRPr>
            </a:lvl5pPr>
            <a:lvl6pPr marL="0" lvl="5" indent="0" algn="r">
              <a:spcBef>
                <a:spcPts val="0"/>
              </a:spcBef>
              <a:buNone/>
              <a:defRPr sz="700">
                <a:solidFill>
                  <a:srgbClr val="888888"/>
                </a:solidFill>
                <a:latin typeface="Arial"/>
                <a:ea typeface="Arial"/>
                <a:cs typeface="Arial"/>
                <a:sym typeface="Arial"/>
              </a:defRPr>
            </a:lvl6pPr>
            <a:lvl7pPr marL="0" lvl="6" indent="0" algn="r">
              <a:spcBef>
                <a:spcPts val="0"/>
              </a:spcBef>
              <a:buNone/>
              <a:defRPr sz="700">
                <a:solidFill>
                  <a:srgbClr val="888888"/>
                </a:solidFill>
                <a:latin typeface="Arial"/>
                <a:ea typeface="Arial"/>
                <a:cs typeface="Arial"/>
                <a:sym typeface="Arial"/>
              </a:defRPr>
            </a:lvl7pPr>
            <a:lvl8pPr marL="0" lvl="7" indent="0" algn="r">
              <a:spcBef>
                <a:spcPts val="0"/>
              </a:spcBef>
              <a:buNone/>
              <a:defRPr sz="700">
                <a:solidFill>
                  <a:srgbClr val="888888"/>
                </a:solidFill>
                <a:latin typeface="Arial"/>
                <a:ea typeface="Arial"/>
                <a:cs typeface="Arial"/>
                <a:sym typeface="Arial"/>
              </a:defRPr>
            </a:lvl8pPr>
            <a:lvl9pPr marL="0" lvl="8" indent="0" algn="r">
              <a:spcBef>
                <a:spcPts val="0"/>
              </a:spcBef>
              <a:buNone/>
              <a:defRPr sz="70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eam Slide 8 People">
  <p:cSld name="Team Slide 8 People">
    <p:bg>
      <p:bgPr>
        <a:solidFill>
          <a:schemeClr val="lt1"/>
        </a:solidFill>
        <a:effectLst/>
      </p:bgPr>
    </p:bg>
    <p:spTree>
      <p:nvGrpSpPr>
        <p:cNvPr id="1" name="Shape 220"/>
        <p:cNvGrpSpPr/>
        <p:nvPr/>
      </p:nvGrpSpPr>
      <p:grpSpPr>
        <a:xfrm>
          <a:off x="0" y="0"/>
          <a:ext cx="0" cy="0"/>
          <a:chOff x="0" y="0"/>
          <a:chExt cx="0" cy="0"/>
        </a:xfrm>
      </p:grpSpPr>
      <p:grpSp>
        <p:nvGrpSpPr>
          <p:cNvPr id="221" name="Google Shape;221;p31"/>
          <p:cNvGrpSpPr/>
          <p:nvPr/>
        </p:nvGrpSpPr>
        <p:grpSpPr>
          <a:xfrm>
            <a:off x="182944" y="363171"/>
            <a:ext cx="9144000" cy="4216002"/>
            <a:chOff x="0" y="473953"/>
            <a:chExt cx="12192000" cy="5621336"/>
          </a:xfrm>
        </p:grpSpPr>
        <p:pic>
          <p:nvPicPr>
            <p:cNvPr id="222" name="Google Shape;222;p31"/>
            <p:cNvPicPr preferRelativeResize="0"/>
            <p:nvPr/>
          </p:nvPicPr>
          <p:blipFill rotWithShape="1">
            <a:blip r:embed="rId2">
              <a:alphaModFix/>
            </a:blip>
            <a:srcRect/>
            <a:stretch/>
          </p:blipFill>
          <p:spPr>
            <a:xfrm>
              <a:off x="0" y="473953"/>
              <a:ext cx="2057400" cy="1647825"/>
            </a:xfrm>
            <a:prstGeom prst="rect">
              <a:avLst/>
            </a:prstGeom>
            <a:noFill/>
            <a:ln>
              <a:noFill/>
            </a:ln>
          </p:spPr>
        </p:pic>
        <p:pic>
          <p:nvPicPr>
            <p:cNvPr id="223" name="Google Shape;223;p31"/>
            <p:cNvPicPr preferRelativeResize="0"/>
            <p:nvPr/>
          </p:nvPicPr>
          <p:blipFill rotWithShape="1">
            <a:blip r:embed="rId3">
              <a:alphaModFix/>
            </a:blip>
            <a:srcRect/>
            <a:stretch/>
          </p:blipFill>
          <p:spPr>
            <a:xfrm>
              <a:off x="11049000" y="5180889"/>
              <a:ext cx="1143000" cy="914400"/>
            </a:xfrm>
            <a:prstGeom prst="rect">
              <a:avLst/>
            </a:prstGeom>
            <a:noFill/>
            <a:ln>
              <a:noFill/>
            </a:ln>
          </p:spPr>
        </p:pic>
      </p:grpSp>
      <p:sp>
        <p:nvSpPr>
          <p:cNvPr id="224" name="Google Shape;224;p31"/>
          <p:cNvSpPr txBox="1">
            <a:spLocks noGrp="1"/>
          </p:cNvSpPr>
          <p:nvPr>
            <p:ph type="title"/>
          </p:nvPr>
        </p:nvSpPr>
        <p:spPr>
          <a:xfrm>
            <a:off x="1413867" y="669133"/>
            <a:ext cx="6316266" cy="994172"/>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rgbClr val="0000C6"/>
              </a:buClr>
              <a:buSzPts val="2700"/>
              <a:buFont typeface="Arial"/>
              <a:buNone/>
              <a:defRPr sz="2700">
                <a:solidFill>
                  <a:srgbClr val="0000C6"/>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25" name="Google Shape;225;p31"/>
          <p:cNvSpPr>
            <a:spLocks noGrp="1"/>
          </p:cNvSpPr>
          <p:nvPr>
            <p:ph type="pic" idx="2"/>
          </p:nvPr>
        </p:nvSpPr>
        <p:spPr>
          <a:xfrm>
            <a:off x="1407882" y="1821656"/>
            <a:ext cx="800100" cy="800100"/>
          </a:xfrm>
          <a:prstGeom prst="rect">
            <a:avLst/>
          </a:prstGeom>
          <a:solidFill>
            <a:schemeClr val="lt1"/>
          </a:solidFill>
          <a:ln>
            <a:noFill/>
          </a:ln>
        </p:spPr>
      </p:sp>
      <p:sp>
        <p:nvSpPr>
          <p:cNvPr id="226" name="Google Shape;226;p31"/>
          <p:cNvSpPr txBox="1">
            <a:spLocks noGrp="1"/>
          </p:cNvSpPr>
          <p:nvPr>
            <p:ph type="body" idx="1"/>
          </p:nvPr>
        </p:nvSpPr>
        <p:spPr>
          <a:xfrm>
            <a:off x="1125126" y="2740784"/>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27" name="Google Shape;227;p31"/>
          <p:cNvSpPr txBox="1">
            <a:spLocks noGrp="1"/>
          </p:cNvSpPr>
          <p:nvPr>
            <p:ph type="body" idx="3"/>
          </p:nvPr>
        </p:nvSpPr>
        <p:spPr>
          <a:xfrm>
            <a:off x="1125126" y="2857310"/>
            <a:ext cx="1371600"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28" name="Google Shape;228;p31"/>
          <p:cNvSpPr>
            <a:spLocks noGrp="1"/>
          </p:cNvSpPr>
          <p:nvPr>
            <p:ph type="pic" idx="4"/>
          </p:nvPr>
        </p:nvSpPr>
        <p:spPr>
          <a:xfrm>
            <a:off x="3169703" y="1821656"/>
            <a:ext cx="800100" cy="800100"/>
          </a:xfrm>
          <a:prstGeom prst="rect">
            <a:avLst/>
          </a:prstGeom>
          <a:solidFill>
            <a:schemeClr val="lt1"/>
          </a:solidFill>
          <a:ln>
            <a:noFill/>
          </a:ln>
        </p:spPr>
      </p:sp>
      <p:sp>
        <p:nvSpPr>
          <p:cNvPr id="229" name="Google Shape;229;p31"/>
          <p:cNvSpPr txBox="1">
            <a:spLocks noGrp="1"/>
          </p:cNvSpPr>
          <p:nvPr>
            <p:ph type="body" idx="5"/>
          </p:nvPr>
        </p:nvSpPr>
        <p:spPr>
          <a:xfrm>
            <a:off x="2886947" y="2740784"/>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30" name="Google Shape;230;p31"/>
          <p:cNvSpPr txBox="1">
            <a:spLocks noGrp="1"/>
          </p:cNvSpPr>
          <p:nvPr>
            <p:ph type="body" idx="6"/>
          </p:nvPr>
        </p:nvSpPr>
        <p:spPr>
          <a:xfrm>
            <a:off x="2886947" y="2857310"/>
            <a:ext cx="1371600"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31" name="Google Shape;231;p31"/>
          <p:cNvSpPr>
            <a:spLocks noGrp="1"/>
          </p:cNvSpPr>
          <p:nvPr>
            <p:ph type="pic" idx="7"/>
          </p:nvPr>
        </p:nvSpPr>
        <p:spPr>
          <a:xfrm>
            <a:off x="4991688" y="1821656"/>
            <a:ext cx="800100" cy="800100"/>
          </a:xfrm>
          <a:prstGeom prst="rect">
            <a:avLst/>
          </a:prstGeom>
          <a:solidFill>
            <a:schemeClr val="lt1"/>
          </a:solidFill>
          <a:ln>
            <a:noFill/>
          </a:ln>
        </p:spPr>
      </p:sp>
      <p:sp>
        <p:nvSpPr>
          <p:cNvPr id="232" name="Google Shape;232;p31"/>
          <p:cNvSpPr txBox="1">
            <a:spLocks noGrp="1"/>
          </p:cNvSpPr>
          <p:nvPr>
            <p:ph type="body" idx="8"/>
          </p:nvPr>
        </p:nvSpPr>
        <p:spPr>
          <a:xfrm>
            <a:off x="4648766" y="2740784"/>
            <a:ext cx="1578851"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33" name="Google Shape;233;p31"/>
          <p:cNvSpPr txBox="1">
            <a:spLocks noGrp="1"/>
          </p:cNvSpPr>
          <p:nvPr>
            <p:ph type="body" idx="9"/>
          </p:nvPr>
        </p:nvSpPr>
        <p:spPr>
          <a:xfrm>
            <a:off x="4571999" y="2857310"/>
            <a:ext cx="1724891"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34" name="Google Shape;234;p31"/>
          <p:cNvSpPr>
            <a:spLocks noGrp="1"/>
          </p:cNvSpPr>
          <p:nvPr>
            <p:ph type="pic" idx="13"/>
          </p:nvPr>
        </p:nvSpPr>
        <p:spPr>
          <a:xfrm>
            <a:off x="6852611" y="1821656"/>
            <a:ext cx="800100" cy="800100"/>
          </a:xfrm>
          <a:prstGeom prst="rect">
            <a:avLst/>
          </a:prstGeom>
          <a:solidFill>
            <a:schemeClr val="lt1"/>
          </a:solidFill>
          <a:ln>
            <a:noFill/>
          </a:ln>
        </p:spPr>
      </p:sp>
      <p:sp>
        <p:nvSpPr>
          <p:cNvPr id="235" name="Google Shape;235;p31"/>
          <p:cNvSpPr txBox="1">
            <a:spLocks noGrp="1"/>
          </p:cNvSpPr>
          <p:nvPr>
            <p:ph type="body" idx="14"/>
          </p:nvPr>
        </p:nvSpPr>
        <p:spPr>
          <a:xfrm>
            <a:off x="6569855" y="2740784"/>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36" name="Google Shape;236;p31"/>
          <p:cNvSpPr txBox="1">
            <a:spLocks noGrp="1"/>
          </p:cNvSpPr>
          <p:nvPr>
            <p:ph type="body" idx="15"/>
          </p:nvPr>
        </p:nvSpPr>
        <p:spPr>
          <a:xfrm>
            <a:off x="6558360" y="2857310"/>
            <a:ext cx="1383094"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37" name="Google Shape;237;p31"/>
          <p:cNvSpPr>
            <a:spLocks noGrp="1"/>
          </p:cNvSpPr>
          <p:nvPr>
            <p:ph type="pic" idx="16"/>
          </p:nvPr>
        </p:nvSpPr>
        <p:spPr>
          <a:xfrm>
            <a:off x="1407882" y="3215783"/>
            <a:ext cx="800100" cy="800100"/>
          </a:xfrm>
          <a:prstGeom prst="rect">
            <a:avLst/>
          </a:prstGeom>
          <a:solidFill>
            <a:schemeClr val="lt1"/>
          </a:solidFill>
          <a:ln>
            <a:noFill/>
          </a:ln>
        </p:spPr>
      </p:sp>
      <p:sp>
        <p:nvSpPr>
          <p:cNvPr id="238" name="Google Shape;238;p31"/>
          <p:cNvSpPr txBox="1">
            <a:spLocks noGrp="1"/>
          </p:cNvSpPr>
          <p:nvPr>
            <p:ph type="body" idx="17"/>
          </p:nvPr>
        </p:nvSpPr>
        <p:spPr>
          <a:xfrm>
            <a:off x="1125126" y="4134911"/>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39" name="Google Shape;239;p31"/>
          <p:cNvSpPr txBox="1">
            <a:spLocks noGrp="1"/>
          </p:cNvSpPr>
          <p:nvPr>
            <p:ph type="body" idx="18"/>
          </p:nvPr>
        </p:nvSpPr>
        <p:spPr>
          <a:xfrm>
            <a:off x="1125126" y="4251437"/>
            <a:ext cx="1371600"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40" name="Google Shape;240;p31"/>
          <p:cNvSpPr>
            <a:spLocks noGrp="1"/>
          </p:cNvSpPr>
          <p:nvPr>
            <p:ph type="pic" idx="19"/>
          </p:nvPr>
        </p:nvSpPr>
        <p:spPr>
          <a:xfrm>
            <a:off x="3169703" y="3215783"/>
            <a:ext cx="800100" cy="800100"/>
          </a:xfrm>
          <a:prstGeom prst="rect">
            <a:avLst/>
          </a:prstGeom>
          <a:solidFill>
            <a:schemeClr val="lt1"/>
          </a:solidFill>
          <a:ln>
            <a:noFill/>
          </a:ln>
        </p:spPr>
      </p:sp>
      <p:sp>
        <p:nvSpPr>
          <p:cNvPr id="241" name="Google Shape;241;p31"/>
          <p:cNvSpPr txBox="1">
            <a:spLocks noGrp="1"/>
          </p:cNvSpPr>
          <p:nvPr>
            <p:ph type="body" idx="20"/>
          </p:nvPr>
        </p:nvSpPr>
        <p:spPr>
          <a:xfrm>
            <a:off x="2886947" y="4134911"/>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42" name="Google Shape;242;p31"/>
          <p:cNvSpPr txBox="1">
            <a:spLocks noGrp="1"/>
          </p:cNvSpPr>
          <p:nvPr>
            <p:ph type="body" idx="21"/>
          </p:nvPr>
        </p:nvSpPr>
        <p:spPr>
          <a:xfrm>
            <a:off x="2886947" y="4251437"/>
            <a:ext cx="1371600"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43" name="Google Shape;243;p31"/>
          <p:cNvSpPr>
            <a:spLocks noGrp="1"/>
          </p:cNvSpPr>
          <p:nvPr>
            <p:ph type="pic" idx="22"/>
          </p:nvPr>
        </p:nvSpPr>
        <p:spPr>
          <a:xfrm>
            <a:off x="4991688" y="3215783"/>
            <a:ext cx="800100" cy="800100"/>
          </a:xfrm>
          <a:prstGeom prst="rect">
            <a:avLst/>
          </a:prstGeom>
          <a:solidFill>
            <a:schemeClr val="lt1"/>
          </a:solidFill>
          <a:ln>
            <a:noFill/>
          </a:ln>
        </p:spPr>
      </p:sp>
      <p:sp>
        <p:nvSpPr>
          <p:cNvPr id="244" name="Google Shape;244;p31"/>
          <p:cNvSpPr txBox="1">
            <a:spLocks noGrp="1"/>
          </p:cNvSpPr>
          <p:nvPr>
            <p:ph type="body" idx="23"/>
          </p:nvPr>
        </p:nvSpPr>
        <p:spPr>
          <a:xfrm>
            <a:off x="4754945" y="4134911"/>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45" name="Google Shape;245;p31"/>
          <p:cNvSpPr txBox="1">
            <a:spLocks noGrp="1"/>
          </p:cNvSpPr>
          <p:nvPr>
            <p:ph type="body" idx="24"/>
          </p:nvPr>
        </p:nvSpPr>
        <p:spPr>
          <a:xfrm>
            <a:off x="4754945" y="4251437"/>
            <a:ext cx="1360106"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46" name="Google Shape;246;p31"/>
          <p:cNvSpPr>
            <a:spLocks noGrp="1"/>
          </p:cNvSpPr>
          <p:nvPr>
            <p:ph type="pic" idx="25"/>
          </p:nvPr>
        </p:nvSpPr>
        <p:spPr>
          <a:xfrm>
            <a:off x="6852611" y="3215783"/>
            <a:ext cx="800100" cy="800100"/>
          </a:xfrm>
          <a:prstGeom prst="rect">
            <a:avLst/>
          </a:prstGeom>
          <a:solidFill>
            <a:schemeClr val="lt1"/>
          </a:solidFill>
          <a:ln>
            <a:noFill/>
          </a:ln>
        </p:spPr>
      </p:sp>
      <p:sp>
        <p:nvSpPr>
          <p:cNvPr id="247" name="Google Shape;247;p31"/>
          <p:cNvSpPr txBox="1">
            <a:spLocks noGrp="1"/>
          </p:cNvSpPr>
          <p:nvPr>
            <p:ph type="body" idx="26"/>
          </p:nvPr>
        </p:nvSpPr>
        <p:spPr>
          <a:xfrm>
            <a:off x="6569855" y="4134911"/>
            <a:ext cx="1371600" cy="257296"/>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48" name="Google Shape;248;p31"/>
          <p:cNvSpPr txBox="1">
            <a:spLocks noGrp="1"/>
          </p:cNvSpPr>
          <p:nvPr>
            <p:ph type="body" idx="27"/>
          </p:nvPr>
        </p:nvSpPr>
        <p:spPr>
          <a:xfrm>
            <a:off x="6558360" y="4251437"/>
            <a:ext cx="1383094" cy="257296"/>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700"/>
              <a:buNone/>
              <a:defRPr sz="7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249" name="Google Shape;249;p3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700">
                <a:solidFill>
                  <a:schemeClr val="dk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50" name="Google Shape;250;p3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700">
                <a:solidFill>
                  <a:schemeClr val="dk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51" name="Google Shape;251;p3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a:solidFill>
                  <a:schemeClr val="dk1"/>
                </a:solidFill>
                <a:latin typeface="Arial"/>
                <a:ea typeface="Arial"/>
                <a:cs typeface="Arial"/>
                <a:sym typeface="Arial"/>
              </a:defRPr>
            </a:lvl1pPr>
            <a:lvl2pPr marL="0" lvl="1" indent="0" algn="r">
              <a:spcBef>
                <a:spcPts val="0"/>
              </a:spcBef>
              <a:buNone/>
              <a:defRPr sz="700">
                <a:solidFill>
                  <a:schemeClr val="dk1"/>
                </a:solidFill>
                <a:latin typeface="Arial"/>
                <a:ea typeface="Arial"/>
                <a:cs typeface="Arial"/>
                <a:sym typeface="Arial"/>
              </a:defRPr>
            </a:lvl2pPr>
            <a:lvl3pPr marL="0" lvl="2" indent="0" algn="r">
              <a:spcBef>
                <a:spcPts val="0"/>
              </a:spcBef>
              <a:buNone/>
              <a:defRPr sz="700">
                <a:solidFill>
                  <a:schemeClr val="dk1"/>
                </a:solidFill>
                <a:latin typeface="Arial"/>
                <a:ea typeface="Arial"/>
                <a:cs typeface="Arial"/>
                <a:sym typeface="Arial"/>
              </a:defRPr>
            </a:lvl3pPr>
            <a:lvl4pPr marL="0" lvl="3" indent="0" algn="r">
              <a:spcBef>
                <a:spcPts val="0"/>
              </a:spcBef>
              <a:buNone/>
              <a:defRPr sz="700">
                <a:solidFill>
                  <a:schemeClr val="dk1"/>
                </a:solidFill>
                <a:latin typeface="Arial"/>
                <a:ea typeface="Arial"/>
                <a:cs typeface="Arial"/>
                <a:sym typeface="Arial"/>
              </a:defRPr>
            </a:lvl4pPr>
            <a:lvl5pPr marL="0" lvl="4" indent="0" algn="r">
              <a:spcBef>
                <a:spcPts val="0"/>
              </a:spcBef>
              <a:buNone/>
              <a:defRPr sz="700">
                <a:solidFill>
                  <a:schemeClr val="dk1"/>
                </a:solidFill>
                <a:latin typeface="Arial"/>
                <a:ea typeface="Arial"/>
                <a:cs typeface="Arial"/>
                <a:sym typeface="Arial"/>
              </a:defRPr>
            </a:lvl5pPr>
            <a:lvl6pPr marL="0" lvl="5" indent="0" algn="r">
              <a:spcBef>
                <a:spcPts val="0"/>
              </a:spcBef>
              <a:buNone/>
              <a:defRPr sz="700">
                <a:solidFill>
                  <a:schemeClr val="dk1"/>
                </a:solidFill>
                <a:latin typeface="Arial"/>
                <a:ea typeface="Arial"/>
                <a:cs typeface="Arial"/>
                <a:sym typeface="Arial"/>
              </a:defRPr>
            </a:lvl6pPr>
            <a:lvl7pPr marL="0" lvl="6" indent="0" algn="r">
              <a:spcBef>
                <a:spcPts val="0"/>
              </a:spcBef>
              <a:buNone/>
              <a:defRPr sz="700">
                <a:solidFill>
                  <a:schemeClr val="dk1"/>
                </a:solidFill>
                <a:latin typeface="Arial"/>
                <a:ea typeface="Arial"/>
                <a:cs typeface="Arial"/>
                <a:sym typeface="Arial"/>
              </a:defRPr>
            </a:lvl7pPr>
            <a:lvl8pPr marL="0" lvl="7" indent="0" algn="r">
              <a:spcBef>
                <a:spcPts val="0"/>
              </a:spcBef>
              <a:buNone/>
              <a:defRPr sz="700">
                <a:solidFill>
                  <a:schemeClr val="dk1"/>
                </a:solidFill>
                <a:latin typeface="Arial"/>
                <a:ea typeface="Arial"/>
                <a:cs typeface="Arial"/>
                <a:sym typeface="Arial"/>
              </a:defRPr>
            </a:lvl8pPr>
            <a:lvl9pPr marL="0" lvl="8" indent="0" algn="r">
              <a:spcBef>
                <a:spcPts val="0"/>
              </a:spcBef>
              <a:buNone/>
              <a:defRPr sz="7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rgbClr val="0000C6"/>
              </a:buClr>
              <a:buSzPts val="3300"/>
              <a:buFont typeface="Arial"/>
              <a:buNone/>
              <a:defRPr sz="3300" b="1" i="0" u="none" strike="noStrike" cap="none">
                <a:solidFill>
                  <a:srgbClr val="0000C6"/>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56" name="Google Shape;56;p13"/>
          <p:cNvSpPr/>
          <p:nvPr/>
        </p:nvSpPr>
        <p:spPr>
          <a:xfrm rot="10800000" flipH="1">
            <a:off x="0" y="-2"/>
            <a:ext cx="9144000" cy="102395"/>
          </a:xfrm>
          <a:prstGeom prst="rect">
            <a:avLst/>
          </a:prstGeom>
          <a:solidFill>
            <a:srgbClr val="0000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57" name="Google Shape;57;p13"/>
          <p:cNvPicPr preferRelativeResize="0"/>
          <p:nvPr/>
        </p:nvPicPr>
        <p:blipFill rotWithShape="1">
          <a:blip r:embed="rId18">
            <a:alphaModFix/>
          </a:blip>
          <a:srcRect/>
          <a:stretch/>
        </p:blipFill>
        <p:spPr>
          <a:xfrm>
            <a:off x="7773520" y="4767263"/>
            <a:ext cx="741830" cy="20070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12"/>
        <p:cNvGrpSpPr/>
        <p:nvPr/>
      </p:nvGrpSpPr>
      <p:grpSpPr>
        <a:xfrm>
          <a:off x="0" y="0"/>
          <a:ext cx="0" cy="0"/>
          <a:chOff x="0" y="0"/>
          <a:chExt cx="0" cy="0"/>
        </a:xfrm>
      </p:grpSpPr>
      <p:sp>
        <p:nvSpPr>
          <p:cNvPr id="213" name="Google Shape;213;p3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rgbClr val="0000C6"/>
              </a:buClr>
              <a:buSzPts val="3300"/>
              <a:buFont typeface="Arial"/>
              <a:buNone/>
              <a:defRPr sz="3300" b="1" i="0" u="none" strike="noStrike" cap="none">
                <a:solidFill>
                  <a:srgbClr val="0000C6"/>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214" name="Google Shape;214;p30"/>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lt1"/>
              </a:buClr>
              <a:buSzPts val="2100"/>
              <a:buFont typeface="Arial"/>
              <a:buChar char="•"/>
              <a:defRPr sz="21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6pPr>
            <a:lvl7pPr marL="3200400" marR="0" lvl="6"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7pPr>
            <a:lvl8pPr marL="3657600" marR="0" lvl="7"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8pPr>
            <a:lvl9pPr marL="4114800" marR="0" lvl="8"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215" name="Google Shape;215;p3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a:solidFill>
                  <a:schemeClr val="lt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lt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lt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lt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lt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lt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lt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lt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lt1"/>
                </a:solidFill>
                <a:latin typeface="Arial"/>
                <a:ea typeface="Arial"/>
                <a:cs typeface="Arial"/>
                <a:sym typeface="Arial"/>
              </a:defRPr>
            </a:lvl9pPr>
          </a:lstStyle>
          <a:p>
            <a:endParaRPr/>
          </a:p>
        </p:txBody>
      </p:sp>
      <p:sp>
        <p:nvSpPr>
          <p:cNvPr id="216" name="Google Shape;216;p3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a:solidFill>
                  <a:schemeClr val="lt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lt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lt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lt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lt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lt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lt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lt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lt1"/>
                </a:solidFill>
                <a:latin typeface="Arial"/>
                <a:ea typeface="Arial"/>
                <a:cs typeface="Arial"/>
                <a:sym typeface="Arial"/>
              </a:defRPr>
            </a:lvl9pPr>
          </a:lstStyle>
          <a:p>
            <a:endParaRPr/>
          </a:p>
        </p:txBody>
      </p:sp>
      <p:sp>
        <p:nvSpPr>
          <p:cNvPr id="217" name="Google Shape;217;p3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u="none">
                <a:solidFill>
                  <a:schemeClr val="lt1"/>
                </a:solidFill>
                <a:latin typeface="Arial"/>
                <a:ea typeface="Arial"/>
                <a:cs typeface="Arial"/>
                <a:sym typeface="Arial"/>
              </a:defRPr>
            </a:lvl1pPr>
            <a:lvl2pPr marL="0" marR="0" lvl="1" indent="0" algn="r" rtl="0">
              <a:spcBef>
                <a:spcPts val="0"/>
              </a:spcBef>
              <a:buNone/>
              <a:defRPr sz="900" b="0" u="none">
                <a:solidFill>
                  <a:schemeClr val="lt1"/>
                </a:solidFill>
                <a:latin typeface="Arial"/>
                <a:ea typeface="Arial"/>
                <a:cs typeface="Arial"/>
                <a:sym typeface="Arial"/>
              </a:defRPr>
            </a:lvl2pPr>
            <a:lvl3pPr marL="0" marR="0" lvl="2" indent="0" algn="r" rtl="0">
              <a:spcBef>
                <a:spcPts val="0"/>
              </a:spcBef>
              <a:buNone/>
              <a:defRPr sz="900" b="0" u="none">
                <a:solidFill>
                  <a:schemeClr val="lt1"/>
                </a:solidFill>
                <a:latin typeface="Arial"/>
                <a:ea typeface="Arial"/>
                <a:cs typeface="Arial"/>
                <a:sym typeface="Arial"/>
              </a:defRPr>
            </a:lvl3pPr>
            <a:lvl4pPr marL="0" marR="0" lvl="3" indent="0" algn="r" rtl="0">
              <a:spcBef>
                <a:spcPts val="0"/>
              </a:spcBef>
              <a:buNone/>
              <a:defRPr sz="900" b="0" u="none">
                <a:solidFill>
                  <a:schemeClr val="lt1"/>
                </a:solidFill>
                <a:latin typeface="Arial"/>
                <a:ea typeface="Arial"/>
                <a:cs typeface="Arial"/>
                <a:sym typeface="Arial"/>
              </a:defRPr>
            </a:lvl4pPr>
            <a:lvl5pPr marL="0" marR="0" lvl="4" indent="0" algn="r" rtl="0">
              <a:spcBef>
                <a:spcPts val="0"/>
              </a:spcBef>
              <a:buNone/>
              <a:defRPr sz="900" b="0" u="none">
                <a:solidFill>
                  <a:schemeClr val="lt1"/>
                </a:solidFill>
                <a:latin typeface="Arial"/>
                <a:ea typeface="Arial"/>
                <a:cs typeface="Arial"/>
                <a:sym typeface="Arial"/>
              </a:defRPr>
            </a:lvl5pPr>
            <a:lvl6pPr marL="0" marR="0" lvl="5" indent="0" algn="r" rtl="0">
              <a:spcBef>
                <a:spcPts val="0"/>
              </a:spcBef>
              <a:buNone/>
              <a:defRPr sz="900" b="0" u="none">
                <a:solidFill>
                  <a:schemeClr val="lt1"/>
                </a:solidFill>
                <a:latin typeface="Arial"/>
                <a:ea typeface="Arial"/>
                <a:cs typeface="Arial"/>
                <a:sym typeface="Arial"/>
              </a:defRPr>
            </a:lvl6pPr>
            <a:lvl7pPr marL="0" marR="0" lvl="6" indent="0" algn="r" rtl="0">
              <a:spcBef>
                <a:spcPts val="0"/>
              </a:spcBef>
              <a:buNone/>
              <a:defRPr sz="900" b="0" u="none">
                <a:solidFill>
                  <a:schemeClr val="lt1"/>
                </a:solidFill>
                <a:latin typeface="Arial"/>
                <a:ea typeface="Arial"/>
                <a:cs typeface="Arial"/>
                <a:sym typeface="Arial"/>
              </a:defRPr>
            </a:lvl7pPr>
            <a:lvl8pPr marL="0" marR="0" lvl="7" indent="0" algn="r" rtl="0">
              <a:spcBef>
                <a:spcPts val="0"/>
              </a:spcBef>
              <a:buNone/>
              <a:defRPr sz="900" b="0" u="none">
                <a:solidFill>
                  <a:schemeClr val="lt1"/>
                </a:solidFill>
                <a:latin typeface="Arial"/>
                <a:ea typeface="Arial"/>
                <a:cs typeface="Arial"/>
                <a:sym typeface="Arial"/>
              </a:defRPr>
            </a:lvl8pPr>
            <a:lvl9pPr marL="0" marR="0" lvl="8" indent="0" algn="r" rtl="0">
              <a:spcBef>
                <a:spcPts val="0"/>
              </a:spcBef>
              <a:buNone/>
              <a:defRPr sz="900" b="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18" name="Google Shape;218;p30"/>
          <p:cNvSpPr/>
          <p:nvPr/>
        </p:nvSpPr>
        <p:spPr>
          <a:xfrm rot="10800000" flipH="1">
            <a:off x="0" y="-2"/>
            <a:ext cx="9144000" cy="102395"/>
          </a:xfrm>
          <a:prstGeom prst="rect">
            <a:avLst/>
          </a:prstGeom>
          <a:solidFill>
            <a:srgbClr val="0000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219" name="Google Shape;219;p30"/>
          <p:cNvPicPr preferRelativeResize="0"/>
          <p:nvPr/>
        </p:nvPicPr>
        <p:blipFill rotWithShape="1">
          <a:blip r:embed="rId3">
            <a:alphaModFix/>
          </a:blip>
          <a:srcRect/>
          <a:stretch/>
        </p:blipFill>
        <p:spPr>
          <a:xfrm>
            <a:off x="7773520" y="4767263"/>
            <a:ext cx="741830" cy="20070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authnull.com/"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hyperlink" Target="mailto:a@authnull.com"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hyperlink" Target="https://thehackernews.com/2023/02/lastpass-reveals-second-attack.html" TargetMode="External"/><Relationship Id="rId7" Type="http://schemas.openxmlformats.org/officeDocument/2006/relationships/hyperlink" Target="https://www.verizon.com/business/resources/reports/dbir/" TargetMode="External"/><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hyperlink" Target="https://www.nasdaq.com/articles/cyberark-siphoning-from-okta-after-mishandled-hack" TargetMode="External"/><Relationship Id="rId11" Type="http://schemas.openxmlformats.org/officeDocument/2006/relationships/image" Target="../media/image10.png"/><Relationship Id="rId5" Type="http://schemas.openxmlformats.org/officeDocument/2006/relationships/hyperlink" Target="https://docs.cyberark.com/PAS/12.0/en/Content/IMP-Program/Imp-Program-ExecutePAM.htm" TargetMode="External"/><Relationship Id="rId10" Type="http://schemas.openxmlformats.org/officeDocument/2006/relationships/image" Target="../media/image9.png"/><Relationship Id="rId4" Type="http://schemas.openxmlformats.org/officeDocument/2006/relationships/hyperlink" Target="https://thehackernews.com/2023/04/its-service-accounts-stupid-why-do-pam.html" TargetMode="External"/><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hyperlink" Target="https://www.gartner.com/doc/reprints?id=1-2EYAFT0R&amp;ct=230911&amp;st=sb" TargetMode="External"/><Relationship Id="rId2" Type="http://schemas.openxmlformats.org/officeDocument/2006/relationships/notesSlide" Target="../notesSlides/notesSlide3.xml"/><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6.jpg"/><Relationship Id="rId13" Type="http://schemas.openxmlformats.org/officeDocument/2006/relationships/image" Target="../media/image31.png"/><Relationship Id="rId18" Type="http://schemas.openxmlformats.org/officeDocument/2006/relationships/image" Target="../media/image36.png"/><Relationship Id="rId26" Type="http://schemas.openxmlformats.org/officeDocument/2006/relationships/image" Target="../media/image44.jpg"/><Relationship Id="rId3" Type="http://schemas.openxmlformats.org/officeDocument/2006/relationships/image" Target="../media/image21.png"/><Relationship Id="rId21" Type="http://schemas.openxmlformats.org/officeDocument/2006/relationships/image" Target="../media/image39.jpg"/><Relationship Id="rId7" Type="http://schemas.openxmlformats.org/officeDocument/2006/relationships/image" Target="../media/image25.jpg"/><Relationship Id="rId12" Type="http://schemas.openxmlformats.org/officeDocument/2006/relationships/image" Target="../media/image30.png"/><Relationship Id="rId17" Type="http://schemas.openxmlformats.org/officeDocument/2006/relationships/image" Target="../media/image35.png"/><Relationship Id="rId25" Type="http://schemas.openxmlformats.org/officeDocument/2006/relationships/image" Target="../media/image43.jpg"/><Relationship Id="rId2" Type="http://schemas.openxmlformats.org/officeDocument/2006/relationships/notesSlide" Target="../notesSlides/notesSlide9.xml"/><Relationship Id="rId16" Type="http://schemas.openxmlformats.org/officeDocument/2006/relationships/image" Target="../media/image34.png"/><Relationship Id="rId20" Type="http://schemas.openxmlformats.org/officeDocument/2006/relationships/image" Target="../media/image38.png"/><Relationship Id="rId29" Type="http://schemas.openxmlformats.org/officeDocument/2006/relationships/image" Target="../media/image47.jpg"/><Relationship Id="rId1" Type="http://schemas.openxmlformats.org/officeDocument/2006/relationships/slideLayout" Target="../slideLayouts/slideLayout14.xml"/><Relationship Id="rId6" Type="http://schemas.openxmlformats.org/officeDocument/2006/relationships/image" Target="../media/image24.jpg"/><Relationship Id="rId11" Type="http://schemas.openxmlformats.org/officeDocument/2006/relationships/image" Target="../media/image29.png"/><Relationship Id="rId24" Type="http://schemas.openxmlformats.org/officeDocument/2006/relationships/image" Target="../media/image42.jpg"/><Relationship Id="rId32" Type="http://schemas.openxmlformats.org/officeDocument/2006/relationships/image" Target="../media/image50.png"/><Relationship Id="rId5" Type="http://schemas.openxmlformats.org/officeDocument/2006/relationships/image" Target="../media/image23.jpg"/><Relationship Id="rId15" Type="http://schemas.openxmlformats.org/officeDocument/2006/relationships/image" Target="../media/image33.png"/><Relationship Id="rId23" Type="http://schemas.openxmlformats.org/officeDocument/2006/relationships/image" Target="../media/image41.jpg"/><Relationship Id="rId28" Type="http://schemas.openxmlformats.org/officeDocument/2006/relationships/image" Target="../media/image46.jpg"/><Relationship Id="rId10" Type="http://schemas.openxmlformats.org/officeDocument/2006/relationships/image" Target="../media/image28.png"/><Relationship Id="rId19" Type="http://schemas.openxmlformats.org/officeDocument/2006/relationships/image" Target="../media/image37.png"/><Relationship Id="rId31" Type="http://schemas.openxmlformats.org/officeDocument/2006/relationships/image" Target="../media/image49.png"/><Relationship Id="rId4" Type="http://schemas.openxmlformats.org/officeDocument/2006/relationships/image" Target="../media/image22.png"/><Relationship Id="rId9" Type="http://schemas.openxmlformats.org/officeDocument/2006/relationships/image" Target="../media/image27.jpg"/><Relationship Id="rId14" Type="http://schemas.openxmlformats.org/officeDocument/2006/relationships/image" Target="../media/image32.png"/><Relationship Id="rId22" Type="http://schemas.openxmlformats.org/officeDocument/2006/relationships/image" Target="../media/image40.jpg"/><Relationship Id="rId27" Type="http://schemas.openxmlformats.org/officeDocument/2006/relationships/image" Target="../media/image45.jpg"/><Relationship Id="rId30" Type="http://schemas.openxmlformats.org/officeDocument/2006/relationships/image" Target="../media/image48.jpg"/></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1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2.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jp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hyperlink" Target="mailto:a@authnull.com" TargetMode="External"/><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hyperlink" Target="https://outlook.office365.com/owa/calendar/Authnullmeetings@authnull.com/booking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6.xml"/><Relationship Id="rId1" Type="http://schemas.openxmlformats.org/officeDocument/2006/relationships/slideLayout" Target="../slideLayouts/slideLayout19.xml"/><Relationship Id="rId6" Type="http://schemas.openxmlformats.org/officeDocument/2006/relationships/image" Target="../media/image73.jpg"/><Relationship Id="rId5" Type="http://schemas.openxmlformats.org/officeDocument/2006/relationships/image" Target="../media/image72.png"/><Relationship Id="rId10" Type="http://schemas.openxmlformats.org/officeDocument/2006/relationships/comments" Target="../comments/comment1.xml"/><Relationship Id="rId4" Type="http://schemas.openxmlformats.org/officeDocument/2006/relationships/image" Target="../media/image71.png"/><Relationship Id="rId9" Type="http://schemas.openxmlformats.org/officeDocument/2006/relationships/image" Target="../media/image76.png"/></Relationships>
</file>

<file path=ppt/slides/_rels/slide17.xml.rels><?xml version="1.0" encoding="UTF-8" standalone="yes"?>
<Relationships xmlns="http://schemas.openxmlformats.org/package/2006/relationships"><Relationship Id="rId3" Type="http://schemas.openxmlformats.org/officeDocument/2006/relationships/hyperlink" Target="https://en.wikipedia.org/wiki/EdDSA#Ed25519" TargetMode="External"/><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1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82.png"/><Relationship Id="rId4"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2"/>
          <p:cNvSpPr txBox="1">
            <a:spLocks noGrp="1"/>
          </p:cNvSpPr>
          <p:nvPr>
            <p:ph type="ctrTitle"/>
          </p:nvPr>
        </p:nvSpPr>
        <p:spPr>
          <a:xfrm>
            <a:off x="1872465" y="1980522"/>
            <a:ext cx="5833153" cy="841651"/>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rgbClr val="0000C6"/>
              </a:buClr>
              <a:buSzPts val="2700"/>
              <a:buFont typeface="Arial"/>
              <a:buNone/>
            </a:pPr>
            <a:r>
              <a:rPr lang="en" dirty="0"/>
              <a:t>AI COPILOT FOR PRIVILEGED ACCESS</a:t>
            </a:r>
            <a:endParaRPr dirty="0"/>
          </a:p>
        </p:txBody>
      </p:sp>
      <p:sp>
        <p:nvSpPr>
          <p:cNvPr id="257" name="Google Shape;257;p32"/>
          <p:cNvSpPr txBox="1">
            <a:spLocks noGrp="1"/>
          </p:cNvSpPr>
          <p:nvPr>
            <p:ph type="subTitle" idx="1"/>
          </p:nvPr>
        </p:nvSpPr>
        <p:spPr>
          <a:xfrm>
            <a:off x="2785454" y="3051021"/>
            <a:ext cx="3706328" cy="297495"/>
          </a:xfrm>
          <a:prstGeom prst="rect">
            <a:avLst/>
          </a:prstGeom>
          <a:noFill/>
          <a:ln>
            <a:noFill/>
          </a:ln>
        </p:spPr>
        <p:txBody>
          <a:bodyPr spcFirstLastPara="1" wrap="square" lIns="68575" tIns="34275" rIns="68575" bIns="34275" anchor="t" anchorCtr="0">
            <a:normAutofit/>
          </a:bodyPr>
          <a:lstStyle/>
          <a:p>
            <a:pPr marL="0" lvl="0" indent="0" algn="ctr" rtl="0">
              <a:lnSpc>
                <a:spcPct val="90000"/>
              </a:lnSpc>
              <a:spcBef>
                <a:spcPts val="0"/>
              </a:spcBef>
              <a:spcAft>
                <a:spcPts val="0"/>
              </a:spcAft>
              <a:buClr>
                <a:schemeClr val="dk1"/>
              </a:buClr>
              <a:buSzPts val="1200"/>
              <a:buNone/>
            </a:pPr>
            <a:r>
              <a:rPr lang="en" u="sng">
                <a:solidFill>
                  <a:schemeClr val="hlink"/>
                </a:solidFill>
                <a:hlinkClick r:id="rId3"/>
              </a:rPr>
              <a:t>www.authnull.com</a:t>
            </a:r>
            <a:endParaRPr/>
          </a:p>
          <a:p>
            <a:pPr marL="0" lvl="0" indent="0" algn="ctr" rtl="0">
              <a:lnSpc>
                <a:spcPct val="90000"/>
              </a:lnSpc>
              <a:spcBef>
                <a:spcPts val="800"/>
              </a:spcBef>
              <a:spcAft>
                <a:spcPts val="0"/>
              </a:spcAft>
              <a:buClr>
                <a:schemeClr val="dk1"/>
              </a:buClr>
              <a:buSzPts val="1200"/>
              <a:buNone/>
            </a:pPr>
            <a:endParaRPr/>
          </a:p>
        </p:txBody>
      </p:sp>
      <p:pic>
        <p:nvPicPr>
          <p:cNvPr id="258" name="Google Shape;258;p32"/>
          <p:cNvPicPr preferRelativeResize="0"/>
          <p:nvPr/>
        </p:nvPicPr>
        <p:blipFill rotWithShape="1">
          <a:blip r:embed="rId4">
            <a:alphaModFix/>
          </a:blip>
          <a:srcRect/>
          <a:stretch/>
        </p:blipFill>
        <p:spPr>
          <a:xfrm>
            <a:off x="3442321" y="1169879"/>
            <a:ext cx="2150435" cy="581796"/>
          </a:xfrm>
          <a:prstGeom prst="rect">
            <a:avLst/>
          </a:prstGeom>
          <a:noFill/>
          <a:ln>
            <a:noFill/>
          </a:ln>
        </p:spPr>
      </p:pic>
      <p:sp>
        <p:nvSpPr>
          <p:cNvPr id="259" name="Google Shape;259;p32"/>
          <p:cNvSpPr txBox="1"/>
          <p:nvPr/>
        </p:nvSpPr>
        <p:spPr>
          <a:xfrm>
            <a:off x="2156550" y="4366425"/>
            <a:ext cx="48309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Asif Ali, Founder &amp; CEO  |  </a:t>
            </a:r>
            <a:r>
              <a:rPr lang="en" sz="1200" u="sng">
                <a:solidFill>
                  <a:schemeClr val="hlink"/>
                </a:solidFill>
                <a:hlinkClick r:id="rId5"/>
              </a:rPr>
              <a:t>a@authnull.com</a:t>
            </a:r>
            <a:r>
              <a:rPr lang="en" sz="1200"/>
              <a:t>  |  916-693-5727</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265" name="Google Shape;265;p33"/>
          <p:cNvSpPr txBox="1">
            <a:spLocks noGrp="1"/>
          </p:cNvSpPr>
          <p:nvPr>
            <p:ph type="title"/>
          </p:nvPr>
        </p:nvSpPr>
        <p:spPr>
          <a:xfrm>
            <a:off x="478625" y="45950"/>
            <a:ext cx="8234400" cy="4875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1900"/>
              <a:t>Problem: PAM Solutions Are High Friction, And Dated.</a:t>
            </a:r>
            <a:endParaRPr sz="1900"/>
          </a:p>
        </p:txBody>
      </p:sp>
      <p:sp>
        <p:nvSpPr>
          <p:cNvPr id="266" name="Google Shape;266;p33"/>
          <p:cNvSpPr/>
          <p:nvPr/>
        </p:nvSpPr>
        <p:spPr>
          <a:xfrm>
            <a:off x="546023" y="1059063"/>
            <a:ext cx="2571600" cy="456937"/>
          </a:xfrm>
          <a:prstGeom prst="rect">
            <a:avLst/>
          </a:prstGeom>
          <a:solidFill>
            <a:srgbClr val="00008E"/>
          </a:solidFill>
          <a:ln w="12700" cap="flat" cmpd="sng">
            <a:solidFill>
              <a:srgbClr val="959595"/>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67" name="Google Shape;267;p33"/>
          <p:cNvSpPr txBox="1"/>
          <p:nvPr/>
        </p:nvSpPr>
        <p:spPr>
          <a:xfrm>
            <a:off x="546023" y="1059063"/>
            <a:ext cx="2571600" cy="456937"/>
          </a:xfrm>
          <a:prstGeom prst="rect">
            <a:avLst/>
          </a:prstGeom>
          <a:noFill/>
          <a:ln>
            <a:noFill/>
          </a:ln>
        </p:spPr>
        <p:txBody>
          <a:bodyPr spcFirstLastPara="1" wrap="square" lIns="80000" tIns="45725" rIns="80000" bIns="45725"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 sz="1100">
                <a:solidFill>
                  <a:schemeClr val="lt1"/>
                </a:solidFill>
              </a:rPr>
              <a:t>Vaulted Credentials</a:t>
            </a:r>
            <a:endParaRPr sz="1100"/>
          </a:p>
        </p:txBody>
      </p:sp>
      <p:sp>
        <p:nvSpPr>
          <p:cNvPr id="268" name="Google Shape;268;p33"/>
          <p:cNvSpPr/>
          <p:nvPr/>
        </p:nvSpPr>
        <p:spPr>
          <a:xfrm>
            <a:off x="546023" y="1516001"/>
            <a:ext cx="2571600" cy="2585926"/>
          </a:xfrm>
          <a:prstGeom prst="rect">
            <a:avLst/>
          </a:prstGeom>
          <a:solidFill>
            <a:schemeClr val="lt1">
              <a:alpha val="89800"/>
            </a:schemeClr>
          </a:solidFill>
          <a:ln w="12700" cap="flat" cmpd="sng">
            <a:solidFill>
              <a:schemeClr val="accent3">
                <a:alpha val="89800"/>
              </a:schemeClr>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69" name="Google Shape;269;p33"/>
          <p:cNvSpPr txBox="1"/>
          <p:nvPr/>
        </p:nvSpPr>
        <p:spPr>
          <a:xfrm>
            <a:off x="591025" y="2621875"/>
            <a:ext cx="2481600" cy="1506300"/>
          </a:xfrm>
          <a:prstGeom prst="rect">
            <a:avLst/>
          </a:prstGeom>
          <a:noFill/>
          <a:ln>
            <a:noFill/>
          </a:ln>
        </p:spPr>
        <p:txBody>
          <a:bodyPr spcFirstLastPara="1" wrap="square" lIns="60000" tIns="60000" rIns="80000" bIns="90000" anchor="t" anchorCtr="0">
            <a:noAutofit/>
          </a:bodyPr>
          <a:lstStyle/>
          <a:p>
            <a:pPr marL="457200" marR="0" lvl="0" indent="-298450" algn="l" rtl="0">
              <a:lnSpc>
                <a:spcPct val="90000"/>
              </a:lnSpc>
              <a:spcBef>
                <a:spcPts val="0"/>
              </a:spcBef>
              <a:spcAft>
                <a:spcPts val="0"/>
              </a:spcAft>
              <a:buClr>
                <a:schemeClr val="dk1"/>
              </a:buClr>
              <a:buSzPts val="1100"/>
              <a:buChar char="●"/>
            </a:pPr>
            <a:r>
              <a:rPr lang="en" sz="1100">
                <a:solidFill>
                  <a:schemeClr val="dk1"/>
                </a:solidFill>
              </a:rPr>
              <a:t>Pose a </a:t>
            </a:r>
            <a:r>
              <a:rPr lang="en" sz="1100" b="1">
                <a:solidFill>
                  <a:srgbClr val="00008E"/>
                </a:solidFill>
              </a:rPr>
              <a:t>significant attack vector</a:t>
            </a:r>
            <a:r>
              <a:rPr lang="en" sz="1100" baseline="30000">
                <a:solidFill>
                  <a:schemeClr val="dk1"/>
                </a:solidFill>
              </a:rPr>
              <a:t>1</a:t>
            </a:r>
            <a:endParaRPr sz="1100">
              <a:solidFill>
                <a:schemeClr val="dk1"/>
              </a:solidFill>
            </a:endParaRPr>
          </a:p>
          <a:p>
            <a:pPr marL="457200" marR="0" lvl="0" indent="0" algn="l" rtl="0">
              <a:lnSpc>
                <a:spcPct val="90000"/>
              </a:lnSpc>
              <a:spcBef>
                <a:spcPts val="0"/>
              </a:spcBef>
              <a:spcAft>
                <a:spcPts val="0"/>
              </a:spcAft>
              <a:buNone/>
            </a:pPr>
            <a:endParaRPr sz="1100">
              <a:solidFill>
                <a:schemeClr val="dk1"/>
              </a:solidFill>
            </a:endParaRPr>
          </a:p>
          <a:p>
            <a:pPr marL="457200" marR="0" lvl="0" indent="-298450" algn="l" rtl="0">
              <a:lnSpc>
                <a:spcPct val="90000"/>
              </a:lnSpc>
              <a:spcBef>
                <a:spcPts val="0"/>
              </a:spcBef>
              <a:spcAft>
                <a:spcPts val="0"/>
              </a:spcAft>
              <a:buClr>
                <a:schemeClr val="dk1"/>
              </a:buClr>
              <a:buSzPts val="1100"/>
              <a:buChar char="●"/>
            </a:pPr>
            <a:r>
              <a:rPr lang="en" sz="1100">
                <a:solidFill>
                  <a:schemeClr val="dk1"/>
                </a:solidFill>
              </a:rPr>
              <a:t>Remain a significant source of </a:t>
            </a:r>
            <a:r>
              <a:rPr lang="en" sz="1100" b="1">
                <a:solidFill>
                  <a:srgbClr val="00008E"/>
                </a:solidFill>
              </a:rPr>
              <a:t>credential theft.</a:t>
            </a:r>
            <a:r>
              <a:rPr lang="en" sz="1100" baseline="30000">
                <a:solidFill>
                  <a:schemeClr val="dk1"/>
                </a:solidFill>
              </a:rPr>
              <a:t>6</a:t>
            </a:r>
            <a:endParaRPr sz="1100" b="1">
              <a:solidFill>
                <a:srgbClr val="00008E"/>
              </a:solidFill>
            </a:endParaRPr>
          </a:p>
        </p:txBody>
      </p:sp>
      <p:sp>
        <p:nvSpPr>
          <p:cNvPr id="270" name="Google Shape;270;p33"/>
          <p:cNvSpPr/>
          <p:nvPr/>
        </p:nvSpPr>
        <p:spPr>
          <a:xfrm>
            <a:off x="3328525" y="1062000"/>
            <a:ext cx="2571600" cy="437700"/>
          </a:xfrm>
          <a:prstGeom prst="rect">
            <a:avLst/>
          </a:prstGeom>
          <a:solidFill>
            <a:srgbClr val="0000C6"/>
          </a:solidFill>
          <a:ln w="12700" cap="flat" cmpd="sng">
            <a:solidFill>
              <a:srgbClr val="959595"/>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71" name="Google Shape;271;p33"/>
          <p:cNvSpPr txBox="1"/>
          <p:nvPr/>
        </p:nvSpPr>
        <p:spPr>
          <a:xfrm>
            <a:off x="3385750" y="1117450"/>
            <a:ext cx="2425500" cy="324000"/>
          </a:xfrm>
          <a:prstGeom prst="rect">
            <a:avLst/>
          </a:prstGeom>
          <a:noFill/>
          <a:ln>
            <a:noFill/>
          </a:ln>
        </p:spPr>
        <p:txBody>
          <a:bodyPr spcFirstLastPara="1" wrap="square" lIns="80000" tIns="45725" rIns="80000" bIns="45725" anchor="ctr" anchorCtr="0">
            <a:noAutofit/>
          </a:bodyPr>
          <a:lstStyle/>
          <a:p>
            <a:pPr marL="0" lvl="0" indent="0" algn="ctr" rtl="0">
              <a:lnSpc>
                <a:spcPct val="90000"/>
              </a:lnSpc>
              <a:spcBef>
                <a:spcPts val="200"/>
              </a:spcBef>
              <a:spcAft>
                <a:spcPts val="0"/>
              </a:spcAft>
              <a:buNone/>
            </a:pPr>
            <a:r>
              <a:rPr lang="en" sz="1100">
                <a:solidFill>
                  <a:schemeClr val="lt1"/>
                </a:solidFill>
              </a:rPr>
              <a:t>High Friction &amp; TCO</a:t>
            </a:r>
            <a:endParaRPr sz="900">
              <a:solidFill>
                <a:schemeClr val="lt1"/>
              </a:solidFill>
            </a:endParaRPr>
          </a:p>
        </p:txBody>
      </p:sp>
      <p:sp>
        <p:nvSpPr>
          <p:cNvPr id="272" name="Google Shape;272;p33"/>
          <p:cNvSpPr/>
          <p:nvPr/>
        </p:nvSpPr>
        <p:spPr>
          <a:xfrm>
            <a:off x="3328525" y="1499750"/>
            <a:ext cx="2571600" cy="2602200"/>
          </a:xfrm>
          <a:prstGeom prst="rect">
            <a:avLst/>
          </a:prstGeom>
          <a:solidFill>
            <a:schemeClr val="lt1">
              <a:alpha val="89800"/>
            </a:schemeClr>
          </a:solidFill>
          <a:ln w="12700" cap="flat" cmpd="sng">
            <a:solidFill>
              <a:schemeClr val="accent3">
                <a:alpha val="89800"/>
              </a:schemeClr>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73" name="Google Shape;273;p33"/>
          <p:cNvSpPr txBox="1"/>
          <p:nvPr/>
        </p:nvSpPr>
        <p:spPr>
          <a:xfrm>
            <a:off x="3362400" y="2621875"/>
            <a:ext cx="2427300" cy="1506300"/>
          </a:xfrm>
          <a:prstGeom prst="rect">
            <a:avLst/>
          </a:prstGeom>
          <a:noFill/>
          <a:ln>
            <a:noFill/>
          </a:ln>
        </p:spPr>
        <p:txBody>
          <a:bodyPr spcFirstLastPara="1" wrap="square" lIns="60000" tIns="60000" rIns="80000" bIns="90000" anchor="t" anchorCtr="0">
            <a:noAutofit/>
          </a:bodyPr>
          <a:lstStyle/>
          <a:p>
            <a:pPr marL="457200" lvl="0" indent="-298450" algn="l" rtl="0">
              <a:lnSpc>
                <a:spcPct val="90000"/>
              </a:lnSpc>
              <a:spcBef>
                <a:spcPts val="200"/>
              </a:spcBef>
              <a:spcAft>
                <a:spcPts val="0"/>
              </a:spcAft>
              <a:buClr>
                <a:schemeClr val="dk1"/>
              </a:buClr>
              <a:buSzPts val="1100"/>
              <a:buChar char="●"/>
            </a:pPr>
            <a:r>
              <a:rPr lang="en" sz="1100">
                <a:solidFill>
                  <a:schemeClr val="dk1"/>
                </a:solidFill>
              </a:rPr>
              <a:t>Slow onboarding - </a:t>
            </a:r>
            <a:r>
              <a:rPr lang="en" sz="1100" b="1">
                <a:solidFill>
                  <a:srgbClr val="00008E"/>
                </a:solidFill>
              </a:rPr>
              <a:t>requires admin &amp; user training</a:t>
            </a:r>
            <a:r>
              <a:rPr lang="en" sz="1100" baseline="30000">
                <a:solidFill>
                  <a:schemeClr val="dk1"/>
                </a:solidFill>
              </a:rPr>
              <a:t>3</a:t>
            </a:r>
            <a:endParaRPr sz="1100" baseline="30000">
              <a:solidFill>
                <a:schemeClr val="dk1"/>
              </a:solidFill>
            </a:endParaRPr>
          </a:p>
          <a:p>
            <a:pPr marL="0" lvl="0" indent="0" algn="l" rtl="0">
              <a:lnSpc>
                <a:spcPct val="90000"/>
              </a:lnSpc>
              <a:spcBef>
                <a:spcPts val="200"/>
              </a:spcBef>
              <a:spcAft>
                <a:spcPts val="0"/>
              </a:spcAft>
              <a:buNone/>
            </a:pPr>
            <a:endParaRPr sz="1100" baseline="30000">
              <a:solidFill>
                <a:schemeClr val="dk1"/>
              </a:solidFill>
            </a:endParaRPr>
          </a:p>
          <a:p>
            <a:pPr marL="457200" lvl="0" indent="-298450" algn="l" rtl="0">
              <a:lnSpc>
                <a:spcPct val="90000"/>
              </a:lnSpc>
              <a:spcBef>
                <a:spcPts val="0"/>
              </a:spcBef>
              <a:spcAft>
                <a:spcPts val="0"/>
              </a:spcAft>
              <a:buClr>
                <a:schemeClr val="dk1"/>
              </a:buClr>
              <a:buSzPts val="1100"/>
              <a:buChar char="●"/>
            </a:pPr>
            <a:r>
              <a:rPr lang="en" sz="1100">
                <a:solidFill>
                  <a:schemeClr val="dk1"/>
                </a:solidFill>
              </a:rPr>
              <a:t>Significant </a:t>
            </a:r>
            <a:r>
              <a:rPr lang="en" sz="1100" b="1">
                <a:solidFill>
                  <a:srgbClr val="00008E"/>
                </a:solidFill>
              </a:rPr>
              <a:t>overhead for IT</a:t>
            </a:r>
            <a:r>
              <a:rPr lang="en" sz="1100">
                <a:solidFill>
                  <a:schemeClr val="dk1"/>
                </a:solidFill>
              </a:rPr>
              <a:t> to setup and manage</a:t>
            </a:r>
            <a:r>
              <a:rPr lang="en" sz="1100" baseline="30000">
                <a:solidFill>
                  <a:schemeClr val="dk1"/>
                </a:solidFill>
              </a:rPr>
              <a:t>2</a:t>
            </a:r>
            <a:endParaRPr sz="1100" baseline="30000">
              <a:solidFill>
                <a:schemeClr val="dk1"/>
              </a:solidFill>
            </a:endParaRPr>
          </a:p>
          <a:p>
            <a:pPr marL="0" lvl="0" indent="0" algn="l" rtl="0">
              <a:lnSpc>
                <a:spcPct val="90000"/>
              </a:lnSpc>
              <a:spcBef>
                <a:spcPts val="200"/>
              </a:spcBef>
              <a:spcAft>
                <a:spcPts val="0"/>
              </a:spcAft>
              <a:buNone/>
            </a:pPr>
            <a:endParaRPr sz="1100" baseline="30000">
              <a:solidFill>
                <a:schemeClr val="dk1"/>
              </a:solidFill>
            </a:endParaRPr>
          </a:p>
        </p:txBody>
      </p:sp>
      <p:sp>
        <p:nvSpPr>
          <p:cNvPr id="274" name="Google Shape;274;p33"/>
          <p:cNvSpPr txBox="1"/>
          <p:nvPr/>
        </p:nvSpPr>
        <p:spPr>
          <a:xfrm>
            <a:off x="431100" y="4200250"/>
            <a:ext cx="62172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baseline="30000">
                <a:solidFill>
                  <a:srgbClr val="5F6368"/>
                </a:solidFill>
              </a:rPr>
              <a:t>1</a:t>
            </a:r>
            <a:r>
              <a:rPr lang="en" sz="700">
                <a:solidFill>
                  <a:srgbClr val="5F6368"/>
                </a:solidFill>
              </a:rPr>
              <a:t> </a:t>
            </a:r>
            <a:r>
              <a:rPr lang="en" sz="700" u="sng">
                <a:solidFill>
                  <a:schemeClr val="hlink"/>
                </a:solidFill>
                <a:hlinkClick r:id="rId3"/>
              </a:rPr>
              <a:t>LastPass</a:t>
            </a:r>
            <a:r>
              <a:rPr lang="en" sz="700" u="sng">
                <a:solidFill>
                  <a:schemeClr val="hlink"/>
                </a:solidFill>
                <a:highlight>
                  <a:srgbClr val="FFFFFF"/>
                </a:highlight>
                <a:hlinkClick r:id="rId3"/>
              </a:rPr>
              <a:t> has revealed a second </a:t>
            </a:r>
            <a:r>
              <a:rPr lang="en" sz="700" u="sng">
                <a:solidFill>
                  <a:schemeClr val="hlink"/>
                </a:solidFill>
                <a:hlinkClick r:id="rId3"/>
              </a:rPr>
              <a:t>attack</a:t>
            </a:r>
            <a:r>
              <a:rPr lang="en" sz="700" u="sng">
                <a:solidFill>
                  <a:schemeClr val="hlink"/>
                </a:solidFill>
                <a:highlight>
                  <a:srgbClr val="FFFFFF"/>
                </a:highlight>
                <a:hlinkClick r:id="rId3"/>
              </a:rPr>
              <a:t> that compromised encrypted password vaults</a:t>
            </a:r>
            <a:r>
              <a:rPr lang="en" sz="700">
                <a:solidFill>
                  <a:srgbClr val="4D5156"/>
                </a:solidFill>
                <a:highlight>
                  <a:srgbClr val="FFFFFF"/>
                </a:highlight>
              </a:rPr>
              <a:t> -</a:t>
            </a:r>
            <a:r>
              <a:rPr lang="en" sz="700" b="1" i="1">
                <a:solidFill>
                  <a:srgbClr val="4D5156"/>
                </a:solidFill>
                <a:highlight>
                  <a:srgbClr val="FFFFFF"/>
                </a:highlight>
              </a:rPr>
              <a:t>The Hacker News</a:t>
            </a:r>
            <a:endParaRPr sz="700" b="1" i="1">
              <a:solidFill>
                <a:srgbClr val="4D5156"/>
              </a:solidFill>
              <a:highlight>
                <a:srgbClr val="FFFFFF"/>
              </a:highlight>
            </a:endParaRPr>
          </a:p>
          <a:p>
            <a:pPr marL="0" lvl="0" indent="0" algn="l" rtl="0">
              <a:spcBef>
                <a:spcPts val="0"/>
              </a:spcBef>
              <a:spcAft>
                <a:spcPts val="0"/>
              </a:spcAft>
              <a:buNone/>
            </a:pPr>
            <a:r>
              <a:rPr lang="en" sz="700" baseline="30000">
                <a:solidFill>
                  <a:srgbClr val="4D5156"/>
                </a:solidFill>
                <a:highlight>
                  <a:srgbClr val="FFFFFF"/>
                </a:highlight>
              </a:rPr>
              <a:t>2</a:t>
            </a:r>
            <a:r>
              <a:rPr lang="en" sz="700">
                <a:solidFill>
                  <a:srgbClr val="4D5156"/>
                </a:solidFill>
                <a:highlight>
                  <a:srgbClr val="FFFFFF"/>
                </a:highlight>
              </a:rPr>
              <a:t> </a:t>
            </a:r>
            <a:r>
              <a:rPr lang="en" sz="700" u="sng">
                <a:solidFill>
                  <a:schemeClr val="hlink"/>
                </a:solidFill>
                <a:hlinkClick r:id="rId4"/>
              </a:rPr>
              <a:t>Why Do PAM Deployments Take (almost) Forever To Complete?</a:t>
            </a:r>
            <a:r>
              <a:rPr lang="en" sz="700" b="1" i="1">
                <a:solidFill>
                  <a:srgbClr val="4D5156"/>
                </a:solidFill>
                <a:highlight>
                  <a:srgbClr val="FFFFFF"/>
                </a:highlight>
              </a:rPr>
              <a:t> </a:t>
            </a:r>
            <a:r>
              <a:rPr lang="en" sz="700">
                <a:solidFill>
                  <a:srgbClr val="4D5156"/>
                </a:solidFill>
                <a:highlight>
                  <a:srgbClr val="FFFFFF"/>
                </a:highlight>
              </a:rPr>
              <a:t>-</a:t>
            </a:r>
            <a:r>
              <a:rPr lang="en" sz="700" b="1" i="1">
                <a:solidFill>
                  <a:srgbClr val="4D5156"/>
                </a:solidFill>
                <a:highlight>
                  <a:srgbClr val="FFFFFF"/>
                </a:highlight>
              </a:rPr>
              <a:t>The Hacker News</a:t>
            </a:r>
            <a:endParaRPr sz="700" b="1" i="1">
              <a:solidFill>
                <a:srgbClr val="4D5156"/>
              </a:solidFill>
              <a:highlight>
                <a:srgbClr val="FFFFFF"/>
              </a:highlight>
            </a:endParaRPr>
          </a:p>
          <a:p>
            <a:pPr marL="0" lvl="0" indent="0" algn="l" rtl="0">
              <a:spcBef>
                <a:spcPts val="0"/>
              </a:spcBef>
              <a:spcAft>
                <a:spcPts val="0"/>
              </a:spcAft>
              <a:buNone/>
            </a:pPr>
            <a:r>
              <a:rPr lang="en" sz="700" baseline="30000">
                <a:solidFill>
                  <a:srgbClr val="4D5156"/>
                </a:solidFill>
                <a:highlight>
                  <a:srgbClr val="FFFFFF"/>
                </a:highlight>
              </a:rPr>
              <a:t>3</a:t>
            </a:r>
            <a:r>
              <a:rPr lang="en" sz="700">
                <a:solidFill>
                  <a:srgbClr val="4D5156"/>
                </a:solidFill>
                <a:highlight>
                  <a:srgbClr val="FFFFFF"/>
                </a:highlight>
              </a:rPr>
              <a:t> </a:t>
            </a:r>
            <a:r>
              <a:rPr lang="en" sz="700" u="sng">
                <a:solidFill>
                  <a:schemeClr val="hlink"/>
                </a:solidFill>
                <a:highlight>
                  <a:srgbClr val="FFFFFF"/>
                </a:highlight>
                <a:hlinkClick r:id="rId5"/>
              </a:rPr>
              <a:t>Initial user onboarding process</a:t>
            </a:r>
            <a:r>
              <a:rPr lang="en" sz="700">
                <a:solidFill>
                  <a:srgbClr val="4D5156"/>
                </a:solidFill>
                <a:highlight>
                  <a:srgbClr val="FFFFFF"/>
                </a:highlight>
              </a:rPr>
              <a:t> </a:t>
            </a:r>
            <a:r>
              <a:rPr lang="en" sz="700" b="1" i="1">
                <a:solidFill>
                  <a:srgbClr val="4D5156"/>
                </a:solidFill>
                <a:highlight>
                  <a:srgbClr val="FFFFFF"/>
                </a:highlight>
              </a:rPr>
              <a:t>-CyberArk Implementation Program Guide</a:t>
            </a:r>
            <a:endParaRPr sz="700" b="1" i="1">
              <a:solidFill>
                <a:srgbClr val="4D5156"/>
              </a:solidFill>
              <a:highlight>
                <a:srgbClr val="FFFFFF"/>
              </a:highlight>
            </a:endParaRPr>
          </a:p>
          <a:p>
            <a:pPr marL="0" lvl="0" indent="0" algn="l" rtl="0">
              <a:spcBef>
                <a:spcPts val="0"/>
              </a:spcBef>
              <a:spcAft>
                <a:spcPts val="0"/>
              </a:spcAft>
              <a:buNone/>
            </a:pPr>
            <a:r>
              <a:rPr lang="en" sz="700" baseline="30000">
                <a:solidFill>
                  <a:srgbClr val="4D5156"/>
                </a:solidFill>
                <a:highlight>
                  <a:schemeClr val="lt1"/>
                </a:highlight>
              </a:rPr>
              <a:t>4 </a:t>
            </a:r>
            <a:r>
              <a:rPr lang="en" sz="700" u="sng">
                <a:solidFill>
                  <a:schemeClr val="hlink"/>
                </a:solidFill>
                <a:highlight>
                  <a:schemeClr val="lt1"/>
                </a:highlight>
                <a:hlinkClick r:id="rId6"/>
              </a:rPr>
              <a:t>Cyberark Siphoning from OKTA after mishandled attack</a:t>
            </a:r>
            <a:r>
              <a:rPr lang="en" sz="700">
                <a:solidFill>
                  <a:srgbClr val="4D5156"/>
                </a:solidFill>
                <a:highlight>
                  <a:schemeClr val="lt1"/>
                </a:highlight>
              </a:rPr>
              <a:t> </a:t>
            </a:r>
            <a:r>
              <a:rPr lang="en" sz="700" b="1" i="1">
                <a:solidFill>
                  <a:srgbClr val="4D5156"/>
                </a:solidFill>
                <a:highlight>
                  <a:schemeClr val="lt1"/>
                </a:highlight>
              </a:rPr>
              <a:t>- OKTA Attack</a:t>
            </a:r>
            <a:endParaRPr sz="700" b="1" i="1">
              <a:solidFill>
                <a:srgbClr val="4D5156"/>
              </a:solidFill>
              <a:highlight>
                <a:schemeClr val="lt1"/>
              </a:highlight>
            </a:endParaRPr>
          </a:p>
          <a:p>
            <a:pPr marL="0" lvl="0" indent="0" algn="l" rtl="0">
              <a:spcBef>
                <a:spcPts val="0"/>
              </a:spcBef>
              <a:spcAft>
                <a:spcPts val="0"/>
              </a:spcAft>
              <a:buNone/>
            </a:pPr>
            <a:r>
              <a:rPr lang="en" sz="700" baseline="30000">
                <a:solidFill>
                  <a:srgbClr val="4D5156"/>
                </a:solidFill>
                <a:highlight>
                  <a:schemeClr val="lt1"/>
                </a:highlight>
              </a:rPr>
              <a:t>4 </a:t>
            </a:r>
            <a:r>
              <a:rPr lang="en" sz="700">
                <a:solidFill>
                  <a:srgbClr val="4D5156"/>
                </a:solidFill>
                <a:highlight>
                  <a:schemeClr val="lt1"/>
                </a:highlight>
              </a:rPr>
              <a:t>A typical customer like Broadcom has 1 full time PAM, 1-2 IAM engineers requiring training costing at least $450k a year to just to maintain these systems. </a:t>
            </a:r>
            <a:endParaRPr sz="700">
              <a:solidFill>
                <a:srgbClr val="4D5156"/>
              </a:solidFill>
              <a:highlight>
                <a:schemeClr val="lt1"/>
              </a:highlight>
            </a:endParaRPr>
          </a:p>
          <a:p>
            <a:pPr marL="0" lvl="0" indent="0" algn="l" rtl="0">
              <a:spcBef>
                <a:spcPts val="0"/>
              </a:spcBef>
              <a:spcAft>
                <a:spcPts val="0"/>
              </a:spcAft>
              <a:buNone/>
            </a:pPr>
            <a:r>
              <a:rPr lang="en" sz="700" baseline="30000">
                <a:solidFill>
                  <a:srgbClr val="4D5156"/>
                </a:solidFill>
                <a:highlight>
                  <a:schemeClr val="lt1"/>
                </a:highlight>
              </a:rPr>
              <a:t>5</a:t>
            </a:r>
            <a:r>
              <a:rPr lang="en" sz="700">
                <a:solidFill>
                  <a:srgbClr val="4D5156"/>
                </a:solidFill>
                <a:highlight>
                  <a:schemeClr val="lt1"/>
                </a:highlight>
              </a:rPr>
              <a:t> It costs about equates about 6.5 full time resources for each co to provide support through IT help desk.</a:t>
            </a:r>
            <a:endParaRPr sz="700">
              <a:solidFill>
                <a:srgbClr val="4D5156"/>
              </a:solidFill>
              <a:highlight>
                <a:schemeClr val="lt1"/>
              </a:highlight>
            </a:endParaRPr>
          </a:p>
          <a:p>
            <a:pPr marL="0" lvl="0" indent="0" algn="l" rtl="0">
              <a:spcBef>
                <a:spcPts val="0"/>
              </a:spcBef>
              <a:spcAft>
                <a:spcPts val="0"/>
              </a:spcAft>
              <a:buNone/>
            </a:pPr>
            <a:r>
              <a:rPr lang="en" sz="700" baseline="30000">
                <a:solidFill>
                  <a:srgbClr val="4D5156"/>
                </a:solidFill>
                <a:highlight>
                  <a:schemeClr val="lt1"/>
                </a:highlight>
              </a:rPr>
              <a:t>6 </a:t>
            </a:r>
            <a:r>
              <a:rPr lang="en" sz="700">
                <a:solidFill>
                  <a:srgbClr val="4D5156"/>
                </a:solidFill>
                <a:highlight>
                  <a:schemeClr val="lt1"/>
                </a:highlight>
              </a:rPr>
              <a:t>Nearly 50% of all attacks are linked with credential theft, V</a:t>
            </a:r>
            <a:r>
              <a:rPr lang="en" sz="700" u="sng">
                <a:solidFill>
                  <a:schemeClr val="hlink"/>
                </a:solidFill>
                <a:highlight>
                  <a:schemeClr val="lt1"/>
                </a:highlight>
                <a:hlinkClick r:id="rId7"/>
              </a:rPr>
              <a:t>erizon security investigations report</a:t>
            </a:r>
            <a:endParaRPr sz="700" b="1" i="1">
              <a:solidFill>
                <a:srgbClr val="4D5156"/>
              </a:solidFill>
              <a:highlight>
                <a:srgbClr val="FFFFFF"/>
              </a:highlight>
            </a:endParaRPr>
          </a:p>
        </p:txBody>
      </p:sp>
      <p:sp>
        <p:nvSpPr>
          <p:cNvPr id="275" name="Google Shape;275;p33"/>
          <p:cNvSpPr txBox="1"/>
          <p:nvPr/>
        </p:nvSpPr>
        <p:spPr>
          <a:xfrm>
            <a:off x="478625" y="589500"/>
            <a:ext cx="7121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t>Top 3 Challenges With Legacy Solutions According To Customers</a:t>
            </a:r>
            <a:endParaRPr sz="1200" b="1"/>
          </a:p>
        </p:txBody>
      </p:sp>
      <p:sp>
        <p:nvSpPr>
          <p:cNvPr id="276" name="Google Shape;276;p33"/>
          <p:cNvSpPr/>
          <p:nvPr/>
        </p:nvSpPr>
        <p:spPr>
          <a:xfrm>
            <a:off x="6200900" y="1062029"/>
            <a:ext cx="2571600" cy="436200"/>
          </a:xfrm>
          <a:prstGeom prst="rect">
            <a:avLst/>
          </a:prstGeom>
          <a:solidFill>
            <a:srgbClr val="0C0C0C"/>
          </a:solidFill>
          <a:ln w="12700" cap="flat" cmpd="sng">
            <a:solidFill>
              <a:srgbClr val="959595"/>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77" name="Google Shape;277;p33"/>
          <p:cNvSpPr txBox="1"/>
          <p:nvPr/>
        </p:nvSpPr>
        <p:spPr>
          <a:xfrm>
            <a:off x="4988175" y="625830"/>
            <a:ext cx="2571600" cy="436200"/>
          </a:xfrm>
          <a:prstGeom prst="rect">
            <a:avLst/>
          </a:prstGeom>
          <a:noFill/>
          <a:ln>
            <a:noFill/>
          </a:ln>
        </p:spPr>
        <p:txBody>
          <a:bodyPr spcFirstLastPara="1" wrap="square" lIns="80000" tIns="45725" rIns="80000" bIns="45725"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 sz="1100">
                <a:solidFill>
                  <a:schemeClr val="lt1"/>
                </a:solidFill>
              </a:rPr>
              <a:t>Lack Intelligence</a:t>
            </a:r>
            <a:endParaRPr sz="1100" b="0" i="0" u="none" strike="noStrike" cap="none">
              <a:solidFill>
                <a:schemeClr val="lt1"/>
              </a:solidFill>
              <a:latin typeface="Arial"/>
              <a:ea typeface="Arial"/>
              <a:cs typeface="Arial"/>
              <a:sym typeface="Arial"/>
            </a:endParaRPr>
          </a:p>
        </p:txBody>
      </p:sp>
      <p:sp>
        <p:nvSpPr>
          <p:cNvPr id="278" name="Google Shape;278;p33"/>
          <p:cNvSpPr/>
          <p:nvPr/>
        </p:nvSpPr>
        <p:spPr>
          <a:xfrm>
            <a:off x="6200900" y="1498325"/>
            <a:ext cx="2571600" cy="2603700"/>
          </a:xfrm>
          <a:prstGeom prst="rect">
            <a:avLst/>
          </a:prstGeom>
          <a:solidFill>
            <a:schemeClr val="lt1">
              <a:alpha val="89800"/>
            </a:schemeClr>
          </a:solidFill>
          <a:ln w="12700" cap="flat" cmpd="sng">
            <a:solidFill>
              <a:schemeClr val="accent3">
                <a:alpha val="89800"/>
              </a:schemeClr>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79" name="Google Shape;279;p33"/>
          <p:cNvSpPr txBox="1"/>
          <p:nvPr/>
        </p:nvSpPr>
        <p:spPr>
          <a:xfrm>
            <a:off x="6262200" y="2621875"/>
            <a:ext cx="2427300" cy="1384500"/>
          </a:xfrm>
          <a:prstGeom prst="rect">
            <a:avLst/>
          </a:prstGeom>
          <a:noFill/>
          <a:ln>
            <a:noFill/>
          </a:ln>
        </p:spPr>
        <p:txBody>
          <a:bodyPr spcFirstLastPara="1" wrap="square" lIns="60000" tIns="60000" rIns="80000" bIns="90000" anchor="t" anchorCtr="0">
            <a:noAutofit/>
          </a:bodyPr>
          <a:lstStyle/>
          <a:p>
            <a:pPr marL="457200" lvl="0" indent="-298450" algn="l" rtl="0">
              <a:lnSpc>
                <a:spcPct val="90000"/>
              </a:lnSpc>
              <a:spcBef>
                <a:spcPts val="0"/>
              </a:spcBef>
              <a:spcAft>
                <a:spcPts val="0"/>
              </a:spcAft>
              <a:buClr>
                <a:schemeClr val="dk1"/>
              </a:buClr>
              <a:buSzPts val="1100"/>
              <a:buChar char="●"/>
            </a:pPr>
            <a:r>
              <a:rPr lang="en" sz="1100">
                <a:solidFill>
                  <a:schemeClr val="dk1"/>
                </a:solidFill>
              </a:rPr>
              <a:t>Requires </a:t>
            </a:r>
            <a:r>
              <a:rPr lang="en" sz="1100" b="1">
                <a:solidFill>
                  <a:srgbClr val="00008E"/>
                </a:solidFill>
              </a:rPr>
              <a:t>ongoing IT and help-desk support</a:t>
            </a:r>
            <a:r>
              <a:rPr lang="en" sz="1100" baseline="30000">
                <a:solidFill>
                  <a:schemeClr val="dk1"/>
                </a:solidFill>
              </a:rPr>
              <a:t>5. </a:t>
            </a:r>
            <a:endParaRPr sz="1100" baseline="30000">
              <a:solidFill>
                <a:schemeClr val="dk1"/>
              </a:solidFill>
            </a:endParaRPr>
          </a:p>
          <a:p>
            <a:pPr marL="457200" lvl="0" indent="0" algn="l" rtl="0">
              <a:lnSpc>
                <a:spcPct val="90000"/>
              </a:lnSpc>
              <a:spcBef>
                <a:spcPts val="200"/>
              </a:spcBef>
              <a:spcAft>
                <a:spcPts val="0"/>
              </a:spcAft>
              <a:buNone/>
            </a:pPr>
            <a:endParaRPr sz="1100">
              <a:solidFill>
                <a:schemeClr val="dk1"/>
              </a:solidFill>
            </a:endParaRPr>
          </a:p>
          <a:p>
            <a:pPr marL="457200" lvl="0" indent="-298450" algn="l" rtl="0">
              <a:lnSpc>
                <a:spcPct val="90000"/>
              </a:lnSpc>
              <a:spcBef>
                <a:spcPts val="200"/>
              </a:spcBef>
              <a:spcAft>
                <a:spcPts val="0"/>
              </a:spcAft>
              <a:buClr>
                <a:schemeClr val="dk1"/>
              </a:buClr>
              <a:buSzPts val="1100"/>
              <a:buChar char="●"/>
            </a:pPr>
            <a:r>
              <a:rPr lang="en" sz="1100" b="1">
                <a:solidFill>
                  <a:srgbClr val="00008E"/>
                </a:solidFill>
              </a:rPr>
              <a:t>Missing M2M</a:t>
            </a:r>
            <a:r>
              <a:rPr lang="en" sz="1100">
                <a:solidFill>
                  <a:schemeClr val="dk1"/>
                </a:solidFill>
              </a:rPr>
              <a:t> auth features</a:t>
            </a:r>
            <a:endParaRPr sz="1100">
              <a:solidFill>
                <a:schemeClr val="dk1"/>
              </a:solidFill>
            </a:endParaRPr>
          </a:p>
        </p:txBody>
      </p:sp>
      <p:sp>
        <p:nvSpPr>
          <p:cNvPr id="280" name="Google Shape;280;p33"/>
          <p:cNvSpPr txBox="1"/>
          <p:nvPr/>
        </p:nvSpPr>
        <p:spPr>
          <a:xfrm>
            <a:off x="6174717" y="1147088"/>
            <a:ext cx="2571600" cy="324000"/>
          </a:xfrm>
          <a:prstGeom prst="rect">
            <a:avLst/>
          </a:prstGeom>
          <a:noFill/>
          <a:ln>
            <a:noFill/>
          </a:ln>
        </p:spPr>
        <p:txBody>
          <a:bodyPr spcFirstLastPara="1" wrap="square" lIns="80000" tIns="45725" rIns="80000" bIns="45725"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 sz="1100">
                <a:solidFill>
                  <a:schemeClr val="lt1"/>
                </a:solidFill>
              </a:rPr>
              <a:t>Lacks Intelligence</a:t>
            </a:r>
            <a:endParaRPr sz="1100"/>
          </a:p>
        </p:txBody>
      </p:sp>
      <p:pic>
        <p:nvPicPr>
          <p:cNvPr id="281" name="Google Shape;281;p33"/>
          <p:cNvPicPr preferRelativeResize="0"/>
          <p:nvPr/>
        </p:nvPicPr>
        <p:blipFill>
          <a:blip r:embed="rId8">
            <a:alphaModFix/>
          </a:blip>
          <a:stretch>
            <a:fillRect/>
          </a:stretch>
        </p:blipFill>
        <p:spPr>
          <a:xfrm>
            <a:off x="5468126" y="502200"/>
            <a:ext cx="865307" cy="487500"/>
          </a:xfrm>
          <a:prstGeom prst="rect">
            <a:avLst/>
          </a:prstGeom>
          <a:noFill/>
          <a:ln>
            <a:noFill/>
          </a:ln>
        </p:spPr>
      </p:pic>
      <p:pic>
        <p:nvPicPr>
          <p:cNvPr id="282" name="Google Shape;282;p33"/>
          <p:cNvPicPr preferRelativeResize="0"/>
          <p:nvPr/>
        </p:nvPicPr>
        <p:blipFill>
          <a:blip r:embed="rId9">
            <a:alphaModFix/>
          </a:blip>
          <a:stretch>
            <a:fillRect/>
          </a:stretch>
        </p:blipFill>
        <p:spPr>
          <a:xfrm>
            <a:off x="6390299" y="635724"/>
            <a:ext cx="832649" cy="155025"/>
          </a:xfrm>
          <a:prstGeom prst="rect">
            <a:avLst/>
          </a:prstGeom>
          <a:noFill/>
          <a:ln>
            <a:noFill/>
          </a:ln>
        </p:spPr>
      </p:pic>
      <p:pic>
        <p:nvPicPr>
          <p:cNvPr id="283" name="Google Shape;283;p33"/>
          <p:cNvPicPr preferRelativeResize="0"/>
          <p:nvPr/>
        </p:nvPicPr>
        <p:blipFill>
          <a:blip r:embed="rId10">
            <a:alphaModFix/>
          </a:blip>
          <a:stretch>
            <a:fillRect/>
          </a:stretch>
        </p:blipFill>
        <p:spPr>
          <a:xfrm>
            <a:off x="7279827" y="667499"/>
            <a:ext cx="574750" cy="123250"/>
          </a:xfrm>
          <a:prstGeom prst="rect">
            <a:avLst/>
          </a:prstGeom>
          <a:noFill/>
          <a:ln>
            <a:noFill/>
          </a:ln>
        </p:spPr>
      </p:pic>
      <p:pic>
        <p:nvPicPr>
          <p:cNvPr id="284" name="Google Shape;284;p33"/>
          <p:cNvPicPr preferRelativeResize="0"/>
          <p:nvPr/>
        </p:nvPicPr>
        <p:blipFill>
          <a:blip r:embed="rId11">
            <a:alphaModFix/>
          </a:blip>
          <a:stretch>
            <a:fillRect/>
          </a:stretch>
        </p:blipFill>
        <p:spPr>
          <a:xfrm>
            <a:off x="1446538" y="1661925"/>
            <a:ext cx="770575" cy="770575"/>
          </a:xfrm>
          <a:prstGeom prst="rect">
            <a:avLst/>
          </a:prstGeom>
          <a:noFill/>
          <a:ln>
            <a:noFill/>
          </a:ln>
        </p:spPr>
      </p:pic>
      <p:pic>
        <p:nvPicPr>
          <p:cNvPr id="285" name="Google Shape;285;p33"/>
          <p:cNvPicPr preferRelativeResize="0"/>
          <p:nvPr/>
        </p:nvPicPr>
        <p:blipFill>
          <a:blip r:embed="rId12">
            <a:alphaModFix/>
          </a:blip>
          <a:stretch>
            <a:fillRect/>
          </a:stretch>
        </p:blipFill>
        <p:spPr>
          <a:xfrm>
            <a:off x="4243025" y="1661913"/>
            <a:ext cx="700275" cy="649175"/>
          </a:xfrm>
          <a:prstGeom prst="rect">
            <a:avLst/>
          </a:prstGeom>
          <a:noFill/>
          <a:ln>
            <a:noFill/>
          </a:ln>
        </p:spPr>
      </p:pic>
      <p:pic>
        <p:nvPicPr>
          <p:cNvPr id="286" name="Google Shape;286;p33"/>
          <p:cNvPicPr preferRelativeResize="0"/>
          <p:nvPr/>
        </p:nvPicPr>
        <p:blipFill rotWithShape="1">
          <a:blip r:embed="rId13">
            <a:alphaModFix/>
          </a:blip>
          <a:srcRect l="14627" t="15371" r="13877" b="16125"/>
          <a:stretch/>
        </p:blipFill>
        <p:spPr>
          <a:xfrm>
            <a:off x="6958239" y="1553850"/>
            <a:ext cx="979911" cy="9389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solidFill>
                  <a:schemeClr val="lt1"/>
                </a:solidFill>
              </a:rPr>
              <a:t>3</a:t>
            </a:fld>
            <a:endParaRPr>
              <a:solidFill>
                <a:schemeClr val="lt1"/>
              </a:solidFill>
            </a:endParaRPr>
          </a:p>
        </p:txBody>
      </p:sp>
      <p:sp>
        <p:nvSpPr>
          <p:cNvPr id="292" name="Google Shape;292;p34"/>
          <p:cNvSpPr>
            <a:spLocks noGrp="1"/>
          </p:cNvSpPr>
          <p:nvPr>
            <p:ph type="chart" idx="2"/>
          </p:nvPr>
        </p:nvSpPr>
        <p:spPr>
          <a:xfrm>
            <a:off x="628650" y="1126506"/>
            <a:ext cx="7886700" cy="2808600"/>
          </a:xfrm>
          <a:prstGeom prst="rect">
            <a:avLst/>
          </a:prstGeom>
        </p:spPr>
        <p:txBody>
          <a:bodyPr spcFirstLastPara="1" wrap="square" lIns="68575" tIns="34275" rIns="68575" bIns="34275" anchor="t" anchorCtr="0">
            <a:noAutofit/>
          </a:bodyPr>
          <a:lstStyle/>
          <a:p>
            <a:pPr marL="412750" indent="-285750">
              <a:lnSpc>
                <a:spcPct val="100000"/>
              </a:lnSpc>
              <a:spcBef>
                <a:spcPts val="1200"/>
              </a:spcBef>
              <a:buSzPts val="1600"/>
            </a:pPr>
            <a:r>
              <a:rPr lang="en-US" sz="1600" dirty="0"/>
              <a:t>AI can help deliver a better and frictionless experience</a:t>
            </a:r>
          </a:p>
          <a:p>
            <a:pPr marL="412750" indent="-285750">
              <a:lnSpc>
                <a:spcPct val="100000"/>
              </a:lnSpc>
              <a:spcBef>
                <a:spcPts val="1200"/>
              </a:spcBef>
              <a:buSzPts val="1600"/>
            </a:pPr>
            <a:r>
              <a:rPr lang="en-US" sz="1600" dirty="0"/>
              <a:t>Market opportunity1: $2+B, projected growth to $20B by 2030</a:t>
            </a:r>
          </a:p>
          <a:p>
            <a:pPr marL="412750" indent="-285750">
              <a:lnSpc>
                <a:spcPct val="100000"/>
              </a:lnSpc>
              <a:spcBef>
                <a:spcPts val="1200"/>
              </a:spcBef>
              <a:buSzPts val="1600"/>
            </a:pPr>
            <a:r>
              <a:rPr lang="en-US" sz="1600" dirty="0"/>
              <a:t>Incumbents facing challenges due to innovator's dilemma</a:t>
            </a:r>
          </a:p>
          <a:p>
            <a:pPr marL="412750" indent="-285750">
              <a:lnSpc>
                <a:spcPct val="100000"/>
              </a:lnSpc>
              <a:spcBef>
                <a:spcPts val="1200"/>
              </a:spcBef>
              <a:buSzPts val="1600"/>
            </a:pPr>
            <a:r>
              <a:rPr lang="en-US" sz="1600" dirty="0"/>
              <a:t>Workload identity and M2M authentication is an unsolved problem</a:t>
            </a:r>
          </a:p>
          <a:p>
            <a:pPr marL="412750" indent="-285750">
              <a:lnSpc>
                <a:spcPct val="100000"/>
              </a:lnSpc>
              <a:spcBef>
                <a:spcPts val="1200"/>
              </a:spcBef>
              <a:buSzPts val="1600"/>
            </a:pPr>
            <a:endParaRPr lang="en-US" sz="1600" dirty="0"/>
          </a:p>
        </p:txBody>
      </p:sp>
      <p:sp>
        <p:nvSpPr>
          <p:cNvPr id="293" name="Google Shape;293;p34"/>
          <p:cNvSpPr txBox="1">
            <a:spLocks noGrp="1"/>
          </p:cNvSpPr>
          <p:nvPr>
            <p:ph type="title"/>
          </p:nvPr>
        </p:nvSpPr>
        <p:spPr>
          <a:xfrm>
            <a:off x="385050" y="267300"/>
            <a:ext cx="8281800" cy="4875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2000"/>
              <a:t>Why Now?</a:t>
            </a:r>
            <a:endParaRPr sz="2000"/>
          </a:p>
        </p:txBody>
      </p:sp>
      <p:sp>
        <p:nvSpPr>
          <p:cNvPr id="294" name="Google Shape;294;p34"/>
          <p:cNvSpPr txBox="1"/>
          <p:nvPr/>
        </p:nvSpPr>
        <p:spPr>
          <a:xfrm>
            <a:off x="354625" y="4687400"/>
            <a:ext cx="6750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aseline="30000">
                <a:solidFill>
                  <a:srgbClr val="5F6368"/>
                </a:solidFill>
              </a:rPr>
              <a:t>1</a:t>
            </a:r>
            <a:r>
              <a:rPr lang="en" sz="900">
                <a:solidFill>
                  <a:srgbClr val="5F6368"/>
                </a:solidFill>
              </a:rPr>
              <a:t> </a:t>
            </a:r>
            <a:r>
              <a:rPr lang="en" sz="900" u="sng">
                <a:solidFill>
                  <a:schemeClr val="hlink"/>
                </a:solidFill>
                <a:hlinkClick r:id="rId3"/>
              </a:rPr>
              <a:t>https://www.gartner.com/doc/reprints?id=1-2EYAFT0R&amp;ct=230911&amp;st=sb</a:t>
            </a:r>
            <a:r>
              <a:rPr lang="en" sz="900">
                <a:solidFill>
                  <a:srgbClr val="5F6368"/>
                </a:solidFill>
              </a:rPr>
              <a:t> </a:t>
            </a:r>
            <a:endParaRPr sz="900">
              <a:solidFill>
                <a:srgbClr val="5F6368"/>
              </a:solidFill>
            </a:endParaRPr>
          </a:p>
          <a:p>
            <a:pPr marL="0" lvl="0" indent="0" algn="l" rtl="0">
              <a:spcBef>
                <a:spcPts val="0"/>
              </a:spcBef>
              <a:spcAft>
                <a:spcPts val="0"/>
              </a:spcAft>
              <a:buNone/>
            </a:pPr>
            <a:endParaRPr sz="900">
              <a:solidFill>
                <a:srgbClr val="5F6368"/>
              </a:solidFill>
            </a:endParaRPr>
          </a:p>
        </p:txBody>
      </p:sp>
      <p:pic>
        <p:nvPicPr>
          <p:cNvPr id="295" name="Google Shape;295;p34"/>
          <p:cNvPicPr preferRelativeResize="0"/>
          <p:nvPr/>
        </p:nvPicPr>
        <p:blipFill>
          <a:blip r:embed="rId4">
            <a:alphaModFix/>
          </a:blip>
          <a:stretch>
            <a:fillRect/>
          </a:stretch>
        </p:blipFill>
        <p:spPr>
          <a:xfrm>
            <a:off x="915225" y="3739763"/>
            <a:ext cx="3243666" cy="646500"/>
          </a:xfrm>
          <a:prstGeom prst="rect">
            <a:avLst/>
          </a:prstGeom>
          <a:noFill/>
          <a:ln>
            <a:noFill/>
          </a:ln>
        </p:spPr>
      </p:pic>
      <p:pic>
        <p:nvPicPr>
          <p:cNvPr id="296" name="Google Shape;296;p34"/>
          <p:cNvPicPr preferRelativeResize="0"/>
          <p:nvPr/>
        </p:nvPicPr>
        <p:blipFill>
          <a:blip r:embed="rId5">
            <a:alphaModFix/>
          </a:blip>
          <a:stretch>
            <a:fillRect/>
          </a:stretch>
        </p:blipFill>
        <p:spPr>
          <a:xfrm>
            <a:off x="3427550" y="4008475"/>
            <a:ext cx="2463546" cy="678925"/>
          </a:xfrm>
          <a:prstGeom prst="rect">
            <a:avLst/>
          </a:prstGeom>
          <a:noFill/>
          <a:ln>
            <a:noFill/>
          </a:ln>
        </p:spPr>
      </p:pic>
      <p:sp>
        <p:nvSpPr>
          <p:cNvPr id="297" name="Google Shape;297;p34"/>
          <p:cNvSpPr txBox="1"/>
          <p:nvPr/>
        </p:nvSpPr>
        <p:spPr>
          <a:xfrm>
            <a:off x="1540250" y="3912275"/>
            <a:ext cx="2463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000" b="1"/>
          </a:p>
        </p:txBody>
      </p:sp>
      <p:sp>
        <p:nvSpPr>
          <p:cNvPr id="298" name="Google Shape;298;p34"/>
          <p:cNvSpPr txBox="1"/>
          <p:nvPr/>
        </p:nvSpPr>
        <p:spPr>
          <a:xfrm>
            <a:off x="858600" y="3258538"/>
            <a:ext cx="5491800" cy="400200"/>
          </a:xfrm>
          <a:prstGeom prst="rect">
            <a:avLst/>
          </a:prstGeom>
          <a:solidFill>
            <a:srgbClr val="FFE599"/>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Alternatives to CyberArk is a common discussion in user groups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5"/>
          <p:cNvSpPr txBox="1">
            <a:spLocks noGrp="1"/>
          </p:cNvSpPr>
          <p:nvPr>
            <p:ph type="sldNum" idx="12"/>
          </p:nvPr>
        </p:nvSpPr>
        <p:spPr>
          <a:xfrm>
            <a:off x="8639264" y="2373603"/>
            <a:ext cx="409500" cy="4350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en" sz="1200">
                <a:solidFill>
                  <a:schemeClr val="accent6"/>
                </a:solidFill>
              </a:rPr>
              <a:t>4</a:t>
            </a:fld>
            <a:endParaRPr sz="1200">
              <a:solidFill>
                <a:schemeClr val="accent6"/>
              </a:solidFill>
            </a:endParaRPr>
          </a:p>
        </p:txBody>
      </p:sp>
      <p:sp>
        <p:nvSpPr>
          <p:cNvPr id="304" name="Google Shape;304;p35"/>
          <p:cNvSpPr txBox="1">
            <a:spLocks noGrp="1"/>
          </p:cNvSpPr>
          <p:nvPr>
            <p:ph type="title"/>
          </p:nvPr>
        </p:nvSpPr>
        <p:spPr>
          <a:xfrm>
            <a:off x="770138" y="422753"/>
            <a:ext cx="3742200" cy="17907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2900">
                <a:solidFill>
                  <a:srgbClr val="00008E"/>
                </a:solidFill>
              </a:rPr>
              <a:t>How It Works</a:t>
            </a:r>
            <a:endParaRPr sz="2900">
              <a:solidFill>
                <a:srgbClr val="00008E"/>
              </a:solidFill>
            </a:endParaRPr>
          </a:p>
        </p:txBody>
      </p:sp>
      <p:sp>
        <p:nvSpPr>
          <p:cNvPr id="305" name="Google Shape;305;p35"/>
          <p:cNvSpPr txBox="1">
            <a:spLocks noGrp="1"/>
          </p:cNvSpPr>
          <p:nvPr>
            <p:ph type="body" idx="1"/>
          </p:nvPr>
        </p:nvSpPr>
        <p:spPr>
          <a:xfrm>
            <a:off x="770139" y="2648757"/>
            <a:ext cx="3742200" cy="1317300"/>
          </a:xfrm>
          <a:prstGeom prst="rect">
            <a:avLst/>
          </a:prstGeom>
        </p:spPr>
        <p:txBody>
          <a:bodyPr spcFirstLastPara="1" wrap="square" lIns="68575" tIns="34275" rIns="68575" bIns="34275" anchor="t" anchorCtr="0">
            <a:normAutofit/>
          </a:bodyPr>
          <a:lstStyle/>
          <a:p>
            <a:pPr marL="0" lvl="0" indent="0" algn="l" rtl="0">
              <a:spcBef>
                <a:spcPts val="0"/>
              </a:spcBef>
              <a:spcAft>
                <a:spcPts val="0"/>
              </a:spcAft>
              <a:buNone/>
            </a:pPr>
            <a:r>
              <a:rPr lang="en">
                <a:solidFill>
                  <a:schemeClr val="dk1"/>
                </a:solidFill>
              </a:rPr>
              <a:t>Product Demo</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6"/>
          <p:cNvSpPr/>
          <p:nvPr/>
        </p:nvSpPr>
        <p:spPr>
          <a:xfrm>
            <a:off x="652500" y="1255500"/>
            <a:ext cx="3775800" cy="3678000"/>
          </a:xfrm>
          <a:prstGeom prst="ellipse">
            <a:avLst/>
          </a:prstGeom>
          <a:solidFill>
            <a:srgbClr val="E8F5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1" name="Google Shape;311;p36"/>
          <p:cNvSpPr txBox="1">
            <a:spLocks noGrp="1"/>
          </p:cNvSpPr>
          <p:nvPr>
            <p:ph type="title"/>
          </p:nvPr>
        </p:nvSpPr>
        <p:spPr>
          <a:xfrm>
            <a:off x="385050" y="228600"/>
            <a:ext cx="8281800" cy="4875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2000"/>
              <a:t>Solution: AuthNull, Is A Modern Privileged Access Platform</a:t>
            </a:r>
            <a:endParaRPr sz="2000"/>
          </a:p>
        </p:txBody>
      </p:sp>
      <p:pic>
        <p:nvPicPr>
          <p:cNvPr id="312" name="Google Shape;312;p36"/>
          <p:cNvPicPr preferRelativeResize="0"/>
          <p:nvPr/>
        </p:nvPicPr>
        <p:blipFill>
          <a:blip r:embed="rId3">
            <a:alphaModFix/>
          </a:blip>
          <a:stretch>
            <a:fillRect/>
          </a:stretch>
        </p:blipFill>
        <p:spPr>
          <a:xfrm>
            <a:off x="444375" y="1972298"/>
            <a:ext cx="3800924" cy="2037803"/>
          </a:xfrm>
          <a:prstGeom prst="rect">
            <a:avLst/>
          </a:prstGeom>
          <a:noFill/>
          <a:ln w="9525" cap="flat" cmpd="sng">
            <a:solidFill>
              <a:schemeClr val="dk2"/>
            </a:solidFill>
            <a:prstDash val="solid"/>
            <a:round/>
            <a:headEnd type="none" w="sm" len="sm"/>
            <a:tailEnd type="none" w="sm" len="sm"/>
          </a:ln>
        </p:spPr>
      </p:pic>
      <p:pic>
        <p:nvPicPr>
          <p:cNvPr id="313" name="Google Shape;313;p36"/>
          <p:cNvPicPr preferRelativeResize="0"/>
          <p:nvPr/>
        </p:nvPicPr>
        <p:blipFill>
          <a:blip r:embed="rId4">
            <a:alphaModFix/>
          </a:blip>
          <a:stretch>
            <a:fillRect/>
          </a:stretch>
        </p:blipFill>
        <p:spPr>
          <a:xfrm>
            <a:off x="2562475" y="1498400"/>
            <a:ext cx="1312750" cy="2838948"/>
          </a:xfrm>
          <a:prstGeom prst="rect">
            <a:avLst/>
          </a:prstGeom>
          <a:noFill/>
          <a:ln w="9525" cap="flat" cmpd="sng">
            <a:solidFill>
              <a:schemeClr val="dk2"/>
            </a:solidFill>
            <a:prstDash val="solid"/>
            <a:round/>
            <a:headEnd type="none" w="sm" len="sm"/>
            <a:tailEnd type="none" w="sm" len="sm"/>
          </a:ln>
        </p:spPr>
      </p:pic>
      <p:sp>
        <p:nvSpPr>
          <p:cNvPr id="314" name="Google Shape;314;p36"/>
          <p:cNvSpPr txBox="1"/>
          <p:nvPr/>
        </p:nvSpPr>
        <p:spPr>
          <a:xfrm>
            <a:off x="4245300" y="1056350"/>
            <a:ext cx="4694700" cy="4257600"/>
          </a:xfrm>
          <a:prstGeom prst="rect">
            <a:avLst/>
          </a:prstGeom>
          <a:noFill/>
          <a:ln>
            <a:noFill/>
          </a:ln>
        </p:spPr>
        <p:txBody>
          <a:bodyPr spcFirstLastPara="1" wrap="square" lIns="91425" tIns="91425" rIns="91425" bIns="91425" anchor="t" anchorCtr="0">
            <a:spAutoFit/>
          </a:bodyPr>
          <a:lstStyle/>
          <a:p>
            <a:pPr marL="457200" lvl="0" indent="0" algn="l" rtl="0">
              <a:lnSpc>
                <a:spcPct val="90000"/>
              </a:lnSpc>
              <a:spcBef>
                <a:spcPts val="0"/>
              </a:spcBef>
              <a:spcAft>
                <a:spcPts val="0"/>
              </a:spcAft>
              <a:buNone/>
            </a:pPr>
            <a:endParaRPr dirty="0">
              <a:solidFill>
                <a:schemeClr val="dk1"/>
              </a:solidFill>
            </a:endParaRPr>
          </a:p>
          <a:p>
            <a:pPr marL="457200" lvl="0" indent="-317500" algn="l" rtl="0">
              <a:lnSpc>
                <a:spcPct val="90000"/>
              </a:lnSpc>
              <a:spcBef>
                <a:spcPts val="0"/>
              </a:spcBef>
              <a:spcAft>
                <a:spcPts val="0"/>
              </a:spcAft>
              <a:buClr>
                <a:schemeClr val="dk1"/>
              </a:buClr>
              <a:buSzPts val="1400"/>
              <a:buChar char="●"/>
            </a:pPr>
            <a:r>
              <a:rPr lang="en" b="1" dirty="0">
                <a:solidFill>
                  <a:srgbClr val="00008E"/>
                </a:solidFill>
              </a:rPr>
              <a:t>AI Security Co-Pilot </a:t>
            </a:r>
            <a:r>
              <a:rPr lang="en" dirty="0">
                <a:solidFill>
                  <a:schemeClr val="dk1"/>
                </a:solidFill>
              </a:rPr>
              <a:t>to reduce the operational overhead &amp; friction for privileged access implementations; reduce help desk overhead.</a:t>
            </a:r>
            <a:endParaRPr dirty="0">
              <a:solidFill>
                <a:schemeClr val="dk1"/>
              </a:solidFill>
            </a:endParaRPr>
          </a:p>
          <a:p>
            <a:pPr marL="457200" lvl="0" indent="0" algn="l" rtl="0">
              <a:lnSpc>
                <a:spcPct val="90000"/>
              </a:lnSpc>
              <a:spcBef>
                <a:spcPts val="0"/>
              </a:spcBef>
              <a:spcAft>
                <a:spcPts val="0"/>
              </a:spcAft>
              <a:buNone/>
            </a:pPr>
            <a:endParaRPr dirty="0">
              <a:solidFill>
                <a:schemeClr val="dk1"/>
              </a:solidFill>
            </a:endParaRPr>
          </a:p>
          <a:p>
            <a:pPr marL="457200" lvl="0" indent="-317500" algn="l" rtl="0">
              <a:lnSpc>
                <a:spcPct val="90000"/>
              </a:lnSpc>
              <a:spcBef>
                <a:spcPts val="0"/>
              </a:spcBef>
              <a:spcAft>
                <a:spcPts val="0"/>
              </a:spcAft>
              <a:buSzPts val="1400"/>
              <a:buChar char="●"/>
            </a:pPr>
            <a:r>
              <a:rPr lang="en" b="1" dirty="0" err="1">
                <a:solidFill>
                  <a:srgbClr val="00008E"/>
                </a:solidFill>
              </a:rPr>
              <a:t>Vaultless</a:t>
            </a:r>
            <a:r>
              <a:rPr lang="en" b="1" dirty="0">
                <a:solidFill>
                  <a:srgbClr val="00008E"/>
                </a:solidFill>
              </a:rPr>
              <a:t>: </a:t>
            </a:r>
            <a:r>
              <a:rPr lang="en" dirty="0">
                <a:solidFill>
                  <a:schemeClr val="dk1"/>
                </a:solidFill>
              </a:rPr>
              <a:t>No centralized vault removes major attack vector. Decentralized.</a:t>
            </a:r>
            <a:endParaRPr dirty="0">
              <a:solidFill>
                <a:schemeClr val="dk1"/>
              </a:solidFill>
            </a:endParaRPr>
          </a:p>
          <a:p>
            <a:pPr marL="914400" lvl="0" indent="0" algn="l" rtl="0">
              <a:lnSpc>
                <a:spcPct val="90000"/>
              </a:lnSpc>
              <a:spcBef>
                <a:spcPts val="0"/>
              </a:spcBef>
              <a:spcAft>
                <a:spcPts val="0"/>
              </a:spcAft>
              <a:buNone/>
            </a:pPr>
            <a:endParaRPr dirty="0">
              <a:solidFill>
                <a:srgbClr val="00008E"/>
              </a:solidFill>
            </a:endParaRPr>
          </a:p>
          <a:p>
            <a:pPr marL="457200" lvl="0" indent="-317500" algn="l" rtl="0">
              <a:lnSpc>
                <a:spcPct val="90000"/>
              </a:lnSpc>
              <a:spcBef>
                <a:spcPts val="0"/>
              </a:spcBef>
              <a:spcAft>
                <a:spcPts val="0"/>
              </a:spcAft>
              <a:buSzPts val="1400"/>
              <a:buChar char="●"/>
            </a:pPr>
            <a:r>
              <a:rPr lang="en" b="1" dirty="0">
                <a:solidFill>
                  <a:srgbClr val="00008E"/>
                </a:solidFill>
              </a:rPr>
              <a:t>Modern all-in-one PAM on SaaS</a:t>
            </a:r>
            <a:r>
              <a:rPr lang="en" dirty="0">
                <a:solidFill>
                  <a:srgbClr val="00008E"/>
                </a:solidFill>
              </a:rPr>
              <a:t> </a:t>
            </a:r>
            <a:r>
              <a:rPr lang="en" dirty="0">
                <a:solidFill>
                  <a:schemeClr val="dk1"/>
                </a:solidFill>
              </a:rPr>
              <a:t>eliminates operational overhead. </a:t>
            </a:r>
            <a:r>
              <a:rPr lang="en" dirty="0" err="1">
                <a:solidFill>
                  <a:schemeClr val="dk1"/>
                </a:solidFill>
              </a:rPr>
              <a:t>AuthN</a:t>
            </a:r>
            <a:r>
              <a:rPr lang="en" dirty="0">
                <a:solidFill>
                  <a:schemeClr val="dk1"/>
                </a:solidFill>
              </a:rPr>
              <a:t>, </a:t>
            </a:r>
            <a:r>
              <a:rPr lang="en" dirty="0" err="1">
                <a:solidFill>
                  <a:schemeClr val="dk1"/>
                </a:solidFill>
              </a:rPr>
              <a:t>AuthZ</a:t>
            </a:r>
            <a:r>
              <a:rPr lang="en" dirty="0">
                <a:solidFill>
                  <a:schemeClr val="dk1"/>
                </a:solidFill>
              </a:rPr>
              <a:t> for all OS and Protocols. </a:t>
            </a:r>
            <a:endParaRPr dirty="0">
              <a:solidFill>
                <a:schemeClr val="dk1"/>
              </a:solidFill>
            </a:endParaRPr>
          </a:p>
          <a:p>
            <a:pPr marL="457200" lvl="0" indent="0" algn="l" rtl="0">
              <a:lnSpc>
                <a:spcPct val="90000"/>
              </a:lnSpc>
              <a:spcBef>
                <a:spcPts val="0"/>
              </a:spcBef>
              <a:spcAft>
                <a:spcPts val="0"/>
              </a:spcAft>
              <a:buNone/>
            </a:pPr>
            <a:endParaRPr dirty="0">
              <a:solidFill>
                <a:schemeClr val="dk1"/>
              </a:solidFill>
            </a:endParaRPr>
          </a:p>
          <a:p>
            <a:pPr marL="457200" lvl="0" indent="-317500" algn="l" rtl="0">
              <a:lnSpc>
                <a:spcPct val="90000"/>
              </a:lnSpc>
              <a:spcBef>
                <a:spcPts val="0"/>
              </a:spcBef>
              <a:spcAft>
                <a:spcPts val="0"/>
              </a:spcAft>
              <a:buSzPts val="1400"/>
              <a:buChar char="●"/>
            </a:pPr>
            <a:r>
              <a:rPr lang="en" b="1" dirty="0">
                <a:solidFill>
                  <a:srgbClr val="00008E"/>
                </a:solidFill>
              </a:rPr>
              <a:t>Biometric + Passwordless</a:t>
            </a:r>
            <a:r>
              <a:rPr lang="en" dirty="0">
                <a:solidFill>
                  <a:schemeClr val="dk1"/>
                </a:solidFill>
              </a:rPr>
              <a:t> auth with compatibility for SSH keys and passwords. </a:t>
            </a:r>
            <a:endParaRPr dirty="0">
              <a:solidFill>
                <a:schemeClr val="dk1"/>
              </a:solidFill>
            </a:endParaRPr>
          </a:p>
          <a:p>
            <a:pPr marL="457200" lvl="0" indent="0" algn="l" rtl="0">
              <a:lnSpc>
                <a:spcPct val="90000"/>
              </a:lnSpc>
              <a:spcBef>
                <a:spcPts val="0"/>
              </a:spcBef>
              <a:spcAft>
                <a:spcPts val="0"/>
              </a:spcAft>
              <a:buNone/>
            </a:pPr>
            <a:endParaRPr dirty="0">
              <a:solidFill>
                <a:schemeClr val="dk1"/>
              </a:solidFill>
            </a:endParaRPr>
          </a:p>
          <a:p>
            <a:pPr marL="457200" lvl="0" indent="-317500" algn="l" rtl="0">
              <a:lnSpc>
                <a:spcPct val="90000"/>
              </a:lnSpc>
              <a:spcBef>
                <a:spcPts val="0"/>
              </a:spcBef>
              <a:spcAft>
                <a:spcPts val="0"/>
              </a:spcAft>
              <a:buSzPts val="1400"/>
              <a:buChar char="●"/>
            </a:pPr>
            <a:r>
              <a:rPr lang="en" b="1" dirty="0">
                <a:solidFill>
                  <a:srgbClr val="00008E"/>
                </a:solidFill>
              </a:rPr>
              <a:t>Meets NIST AAL2 </a:t>
            </a:r>
            <a:r>
              <a:rPr lang="en" dirty="0">
                <a:solidFill>
                  <a:schemeClr val="dk1"/>
                </a:solidFill>
              </a:rPr>
              <a:t>compliance requirements to use identity, hardware  + biometric authentication.</a:t>
            </a:r>
            <a:endParaRPr dirty="0">
              <a:solidFill>
                <a:schemeClr val="dk1"/>
              </a:solidFill>
            </a:endParaRPr>
          </a:p>
          <a:p>
            <a:pPr marL="457200" lvl="0" indent="0" algn="l" rtl="0">
              <a:lnSpc>
                <a:spcPct val="90000"/>
              </a:lnSpc>
              <a:spcBef>
                <a:spcPts val="0"/>
              </a:spcBef>
              <a:spcAft>
                <a:spcPts val="0"/>
              </a:spcAft>
              <a:buNone/>
            </a:pPr>
            <a:endParaRPr dirty="0">
              <a:solidFill>
                <a:schemeClr val="dk1"/>
              </a:solidFill>
            </a:endParaRPr>
          </a:p>
          <a:p>
            <a:pPr marL="457200" lvl="0" indent="0" algn="l" rtl="0">
              <a:lnSpc>
                <a:spcPct val="90000"/>
              </a:lnSpc>
              <a:spcBef>
                <a:spcPts val="0"/>
              </a:spcBef>
              <a:spcAft>
                <a:spcPts val="0"/>
              </a:spcAft>
              <a:buNone/>
            </a:pPr>
            <a:endParaRPr dirty="0">
              <a:solidFill>
                <a:schemeClr val="dk1"/>
              </a:solidFill>
            </a:endParaRPr>
          </a:p>
          <a:p>
            <a:pPr marL="457200" lvl="0" indent="0" algn="l" rtl="0">
              <a:lnSpc>
                <a:spcPct val="90000"/>
              </a:lnSpc>
              <a:spcBef>
                <a:spcPts val="0"/>
              </a:spcBef>
              <a:spcAft>
                <a:spcPts val="0"/>
              </a:spcAft>
              <a:buNone/>
            </a:pPr>
            <a:endParaRPr dirty="0">
              <a:solidFill>
                <a:schemeClr val="dk1"/>
              </a:solidFill>
            </a:endParaRPr>
          </a:p>
          <a:p>
            <a:pPr marL="457200" lvl="0" indent="0" algn="l" rtl="0">
              <a:lnSpc>
                <a:spcPct val="90000"/>
              </a:lnSpc>
              <a:spcBef>
                <a:spcPts val="0"/>
              </a:spcBef>
              <a:spcAft>
                <a:spcPts val="0"/>
              </a:spcAft>
              <a:buNone/>
            </a:pPr>
            <a:endParaRPr dirty="0">
              <a:solidFill>
                <a:schemeClr val="dk1"/>
              </a:solidFill>
            </a:endParaRPr>
          </a:p>
        </p:txBody>
      </p:sp>
      <p:sp>
        <p:nvSpPr>
          <p:cNvPr id="315" name="Google Shape;315;p36"/>
          <p:cNvSpPr txBox="1"/>
          <p:nvPr/>
        </p:nvSpPr>
        <p:spPr>
          <a:xfrm>
            <a:off x="419375" y="716100"/>
            <a:ext cx="7977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0C0C0C"/>
                </a:solidFill>
              </a:rPr>
              <a:t>Built from ground up to improve security, provide frictionless user experience resulting in lower total cost of ownership (TCO) </a:t>
            </a:r>
            <a:endParaRPr>
              <a:solidFill>
                <a:srgbClr val="0C0C0C"/>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7"/>
          <p:cNvSpPr txBox="1">
            <a:spLocks noGrp="1"/>
          </p:cNvSpPr>
          <p:nvPr>
            <p:ph type="title"/>
          </p:nvPr>
        </p:nvSpPr>
        <p:spPr>
          <a:xfrm>
            <a:off x="385050" y="267300"/>
            <a:ext cx="8281800" cy="4875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2000"/>
              <a:t>Competitor Matrix</a:t>
            </a:r>
            <a:endParaRPr sz="2000"/>
          </a:p>
        </p:txBody>
      </p:sp>
      <p:sp>
        <p:nvSpPr>
          <p:cNvPr id="321" name="Google Shape;321;p37"/>
          <p:cNvSpPr txBox="1"/>
          <p:nvPr/>
        </p:nvSpPr>
        <p:spPr>
          <a:xfrm>
            <a:off x="428025" y="754800"/>
            <a:ext cx="7922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First to leverage AI to reduce IT Ops overhead, and simplify AuthN and AuthZ for PAM.</a:t>
            </a:r>
            <a:endParaRPr/>
          </a:p>
        </p:txBody>
      </p:sp>
      <p:pic>
        <p:nvPicPr>
          <p:cNvPr id="322" name="Google Shape;322;p37"/>
          <p:cNvPicPr preferRelativeResize="0"/>
          <p:nvPr/>
        </p:nvPicPr>
        <p:blipFill>
          <a:blip r:embed="rId3">
            <a:alphaModFix/>
          </a:blip>
          <a:stretch>
            <a:fillRect/>
          </a:stretch>
        </p:blipFill>
        <p:spPr>
          <a:xfrm>
            <a:off x="470850" y="1395950"/>
            <a:ext cx="8426552" cy="2351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8"/>
          <p:cNvSpPr/>
          <p:nvPr/>
        </p:nvSpPr>
        <p:spPr>
          <a:xfrm>
            <a:off x="424300" y="1295900"/>
            <a:ext cx="2901300" cy="424200"/>
          </a:xfrm>
          <a:prstGeom prst="rect">
            <a:avLst/>
          </a:prstGeom>
          <a:solidFill>
            <a:srgbClr val="0000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 name="Google Shape;329;p38"/>
          <p:cNvSpPr txBox="1">
            <a:spLocks noGrp="1"/>
          </p:cNvSpPr>
          <p:nvPr>
            <p:ph type="title"/>
          </p:nvPr>
        </p:nvSpPr>
        <p:spPr>
          <a:xfrm>
            <a:off x="385050" y="267300"/>
            <a:ext cx="8281800" cy="4875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2000"/>
              <a:t>Business Model &amp; Opportunity</a:t>
            </a:r>
            <a:endParaRPr sz="2000"/>
          </a:p>
        </p:txBody>
      </p:sp>
      <p:sp>
        <p:nvSpPr>
          <p:cNvPr id="330" name="Google Shape;330;p38"/>
          <p:cNvSpPr txBox="1"/>
          <p:nvPr/>
        </p:nvSpPr>
        <p:spPr>
          <a:xfrm>
            <a:off x="536875" y="1298875"/>
            <a:ext cx="2788800" cy="48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1"/>
                </a:solidFill>
              </a:rPr>
              <a:t>SaaS Pricing Model</a:t>
            </a:r>
            <a:endParaRPr>
              <a:solidFill>
                <a:schemeClr val="lt1"/>
              </a:solidFill>
            </a:endParaRPr>
          </a:p>
        </p:txBody>
      </p:sp>
      <p:sp>
        <p:nvSpPr>
          <p:cNvPr id="331" name="Google Shape;331;p38"/>
          <p:cNvSpPr txBox="1"/>
          <p:nvPr/>
        </p:nvSpPr>
        <p:spPr>
          <a:xfrm>
            <a:off x="424300" y="1720100"/>
            <a:ext cx="2901300" cy="800400"/>
          </a:xfrm>
          <a:prstGeom prst="rect">
            <a:avLst/>
          </a:prstGeom>
          <a:noFill/>
          <a:ln w="9525" cap="flat" cmpd="sng">
            <a:solidFill>
              <a:srgbClr val="D5D5D5"/>
            </a:solidFill>
            <a:prstDash val="solid"/>
            <a:round/>
            <a:headEnd type="none" w="sm" len="sm"/>
            <a:tailEnd type="none" w="sm" len="sm"/>
          </a:ln>
        </p:spPr>
        <p:txBody>
          <a:bodyPr spcFirstLastPara="1" wrap="square" lIns="91425" tIns="91425" rIns="91425" bIns="91425" anchor="t" anchorCtr="0">
            <a:spAutoFit/>
          </a:bodyPr>
          <a:lstStyle/>
          <a:p>
            <a:pPr marL="215900" lvl="0" indent="-228600" algn="l" rtl="0">
              <a:lnSpc>
                <a:spcPct val="150000"/>
              </a:lnSpc>
              <a:spcBef>
                <a:spcPts val="0"/>
              </a:spcBef>
              <a:spcAft>
                <a:spcPts val="0"/>
              </a:spcAft>
              <a:buClr>
                <a:schemeClr val="dk1"/>
              </a:buClr>
              <a:buSzPts val="1600"/>
              <a:buChar char="•"/>
            </a:pPr>
            <a:r>
              <a:rPr lang="en" sz="1600">
                <a:solidFill>
                  <a:schemeClr val="dk1"/>
                </a:solidFill>
              </a:rPr>
              <a:t>$10 /server /month</a:t>
            </a:r>
            <a:endParaRPr sz="1600">
              <a:solidFill>
                <a:schemeClr val="dk1"/>
              </a:solidFill>
            </a:endParaRPr>
          </a:p>
          <a:p>
            <a:pPr marL="215900" lvl="0" indent="-228600" algn="l" rtl="0">
              <a:lnSpc>
                <a:spcPct val="150000"/>
              </a:lnSpc>
              <a:spcBef>
                <a:spcPts val="0"/>
              </a:spcBef>
              <a:spcAft>
                <a:spcPts val="0"/>
              </a:spcAft>
              <a:buClr>
                <a:schemeClr val="dk1"/>
              </a:buClr>
              <a:buSzPts val="1600"/>
              <a:buChar char="•"/>
            </a:pPr>
            <a:r>
              <a:rPr lang="en" sz="1600">
                <a:solidFill>
                  <a:schemeClr val="dk1"/>
                </a:solidFill>
              </a:rPr>
              <a:t>$5 /user /month</a:t>
            </a:r>
            <a:endParaRPr sz="1600"/>
          </a:p>
        </p:txBody>
      </p:sp>
      <p:graphicFrame>
        <p:nvGraphicFramePr>
          <p:cNvPr id="332" name="Google Shape;332;p38"/>
          <p:cNvGraphicFramePr/>
          <p:nvPr/>
        </p:nvGraphicFramePr>
        <p:xfrm>
          <a:off x="3683550" y="1298875"/>
          <a:ext cx="4853525" cy="1823830"/>
        </p:xfrm>
        <a:graphic>
          <a:graphicData uri="http://schemas.openxmlformats.org/drawingml/2006/table">
            <a:tbl>
              <a:tblPr>
                <a:noFill/>
                <a:tableStyleId>{4CB60269-F412-4260-8398-42C84F380DF2}</a:tableStyleId>
              </a:tblPr>
              <a:tblGrid>
                <a:gridCol w="2456250">
                  <a:extLst>
                    <a:ext uri="{9D8B030D-6E8A-4147-A177-3AD203B41FA5}">
                      <a16:colId xmlns:a16="http://schemas.microsoft.com/office/drawing/2014/main" val="20000"/>
                    </a:ext>
                  </a:extLst>
                </a:gridCol>
                <a:gridCol w="1145825">
                  <a:extLst>
                    <a:ext uri="{9D8B030D-6E8A-4147-A177-3AD203B41FA5}">
                      <a16:colId xmlns:a16="http://schemas.microsoft.com/office/drawing/2014/main" val="20001"/>
                    </a:ext>
                  </a:extLst>
                </a:gridCol>
                <a:gridCol w="1251450">
                  <a:extLst>
                    <a:ext uri="{9D8B030D-6E8A-4147-A177-3AD203B41FA5}">
                      <a16:colId xmlns:a16="http://schemas.microsoft.com/office/drawing/2014/main" val="20002"/>
                    </a:ext>
                  </a:extLst>
                </a:gridCol>
              </a:tblGrid>
              <a:tr h="357700">
                <a:tc>
                  <a:txBody>
                    <a:bodyPr/>
                    <a:lstStyle/>
                    <a:p>
                      <a:pPr marL="0" lvl="0" indent="0" algn="l" rtl="0">
                        <a:spcBef>
                          <a:spcPts val="0"/>
                        </a:spcBef>
                        <a:spcAft>
                          <a:spcPts val="0"/>
                        </a:spcAft>
                        <a:buNone/>
                      </a:pPr>
                      <a:r>
                        <a:rPr lang="en">
                          <a:solidFill>
                            <a:schemeClr val="lt1"/>
                          </a:solidFill>
                        </a:rPr>
                        <a:t>Target Customers</a:t>
                      </a:r>
                      <a:endParaRPr>
                        <a:solidFill>
                          <a:schemeClr val="lt1"/>
                        </a:solidFill>
                      </a:endParaRPr>
                    </a:p>
                  </a:txBody>
                  <a:tcPr marL="91425" marR="91425" marT="91425" marB="91425">
                    <a:solidFill>
                      <a:srgbClr val="0000C6"/>
                    </a:solidFill>
                  </a:tcPr>
                </a:tc>
                <a:tc>
                  <a:txBody>
                    <a:bodyPr/>
                    <a:lstStyle/>
                    <a:p>
                      <a:pPr marL="0" lvl="0" indent="0" algn="ctr" rtl="0">
                        <a:spcBef>
                          <a:spcPts val="0"/>
                        </a:spcBef>
                        <a:spcAft>
                          <a:spcPts val="0"/>
                        </a:spcAft>
                        <a:buNone/>
                      </a:pPr>
                      <a:r>
                        <a:rPr lang="en">
                          <a:solidFill>
                            <a:schemeClr val="lt1"/>
                          </a:solidFill>
                        </a:rPr>
                        <a:t>ACV</a:t>
                      </a:r>
                      <a:endParaRPr>
                        <a:solidFill>
                          <a:schemeClr val="lt1"/>
                        </a:solidFill>
                      </a:endParaRPr>
                    </a:p>
                  </a:txBody>
                  <a:tcPr marL="91425" marR="91425" marT="91425" marB="91425">
                    <a:solidFill>
                      <a:srgbClr val="0000C6"/>
                    </a:solidFill>
                  </a:tcPr>
                </a:tc>
                <a:tc>
                  <a:txBody>
                    <a:bodyPr/>
                    <a:lstStyle/>
                    <a:p>
                      <a:pPr marL="0" lvl="0" indent="0" algn="ctr" rtl="0">
                        <a:spcBef>
                          <a:spcPts val="0"/>
                        </a:spcBef>
                        <a:spcAft>
                          <a:spcPts val="0"/>
                        </a:spcAft>
                        <a:buNone/>
                      </a:pPr>
                      <a:r>
                        <a:rPr lang="en">
                          <a:solidFill>
                            <a:schemeClr val="lt1"/>
                          </a:solidFill>
                        </a:rPr>
                        <a:t>TAM</a:t>
                      </a:r>
                      <a:endParaRPr>
                        <a:solidFill>
                          <a:schemeClr val="lt1"/>
                        </a:solidFill>
                      </a:endParaRPr>
                    </a:p>
                  </a:txBody>
                  <a:tcPr marL="91425" marR="91425" marT="91425" marB="91425">
                    <a:solidFill>
                      <a:srgbClr val="0000C6"/>
                    </a:solidFill>
                  </a:tcPr>
                </a:tc>
                <a:extLst>
                  <a:ext uri="{0D108BD9-81ED-4DB2-BD59-A6C34878D82A}">
                    <a16:rowId xmlns:a16="http://schemas.microsoft.com/office/drawing/2014/main" val="10000"/>
                  </a:ext>
                </a:extLst>
              </a:tr>
              <a:tr h="550300">
                <a:tc>
                  <a:txBody>
                    <a:bodyPr/>
                    <a:lstStyle/>
                    <a:p>
                      <a:pPr marL="0" lvl="0" indent="0" algn="l" rtl="0">
                        <a:spcBef>
                          <a:spcPts val="0"/>
                        </a:spcBef>
                        <a:spcAft>
                          <a:spcPts val="0"/>
                        </a:spcAft>
                        <a:buNone/>
                      </a:pPr>
                      <a:r>
                        <a:rPr lang="en" sz="1200">
                          <a:solidFill>
                            <a:schemeClr val="dk1"/>
                          </a:solidFill>
                        </a:rPr>
                        <a:t>Year #1</a:t>
                      </a:r>
                      <a:endParaRPr sz="1200">
                        <a:solidFill>
                          <a:schemeClr val="dk1"/>
                        </a:solidFill>
                      </a:endParaRPr>
                    </a:p>
                    <a:p>
                      <a:pPr marL="0" lvl="0" indent="0" algn="l" rtl="0">
                        <a:spcBef>
                          <a:spcPts val="0"/>
                        </a:spcBef>
                        <a:spcAft>
                          <a:spcPts val="0"/>
                        </a:spcAft>
                        <a:buNone/>
                      </a:pPr>
                      <a:r>
                        <a:rPr lang="en" sz="1600">
                          <a:solidFill>
                            <a:schemeClr val="dk1"/>
                          </a:solidFill>
                        </a:rPr>
                        <a:t>Small Enterprise</a:t>
                      </a:r>
                      <a:endParaRPr sz="1200"/>
                    </a:p>
                  </a:txBody>
                  <a:tcPr marL="91425" marR="91425" marT="91425" marB="91425"/>
                </a:tc>
                <a:tc>
                  <a:txBody>
                    <a:bodyPr/>
                    <a:lstStyle/>
                    <a:p>
                      <a:pPr marL="0" lvl="0" indent="0" algn="ctr" rtl="0">
                        <a:spcBef>
                          <a:spcPts val="0"/>
                        </a:spcBef>
                        <a:spcAft>
                          <a:spcPts val="0"/>
                        </a:spcAft>
                        <a:buNone/>
                      </a:pPr>
                      <a:endParaRPr sz="1200"/>
                    </a:p>
                    <a:p>
                      <a:pPr marL="0" lvl="0" indent="0" algn="ctr" rtl="0">
                        <a:spcBef>
                          <a:spcPts val="0"/>
                        </a:spcBef>
                        <a:spcAft>
                          <a:spcPts val="0"/>
                        </a:spcAft>
                        <a:buNone/>
                      </a:pPr>
                      <a:r>
                        <a:rPr lang="en" sz="1200"/>
                        <a:t>$30,000</a:t>
                      </a:r>
                      <a:endParaRPr sz="1200"/>
                    </a:p>
                  </a:txBody>
                  <a:tcPr marL="91425" marR="91425" marT="91425" marB="91425"/>
                </a:tc>
                <a:tc>
                  <a:txBody>
                    <a:bodyPr/>
                    <a:lstStyle/>
                    <a:p>
                      <a:pPr marL="0" lvl="0" indent="0" algn="ctr" rtl="0">
                        <a:spcBef>
                          <a:spcPts val="0"/>
                        </a:spcBef>
                        <a:spcAft>
                          <a:spcPts val="0"/>
                        </a:spcAft>
                        <a:buNone/>
                      </a:pPr>
                      <a:endParaRPr sz="1200"/>
                    </a:p>
                    <a:p>
                      <a:pPr marL="0" lvl="0" indent="0" algn="ctr" rtl="0">
                        <a:spcBef>
                          <a:spcPts val="0"/>
                        </a:spcBef>
                        <a:spcAft>
                          <a:spcPts val="0"/>
                        </a:spcAft>
                        <a:buNone/>
                      </a:pPr>
                      <a:r>
                        <a:rPr lang="en" sz="1200"/>
                        <a:t>$300M</a:t>
                      </a:r>
                      <a:endParaRPr sz="1200"/>
                    </a:p>
                  </a:txBody>
                  <a:tcPr marL="91425" marR="91425" marT="91425" marB="91425"/>
                </a:tc>
                <a:extLst>
                  <a:ext uri="{0D108BD9-81ED-4DB2-BD59-A6C34878D82A}">
                    <a16:rowId xmlns:a16="http://schemas.microsoft.com/office/drawing/2014/main" val="10001"/>
                  </a:ext>
                </a:extLst>
              </a:tr>
              <a:tr h="818050">
                <a:tc>
                  <a:txBody>
                    <a:bodyPr/>
                    <a:lstStyle/>
                    <a:p>
                      <a:pPr marL="0" lvl="0" indent="0" algn="l" rtl="0">
                        <a:spcBef>
                          <a:spcPts val="0"/>
                        </a:spcBef>
                        <a:spcAft>
                          <a:spcPts val="0"/>
                        </a:spcAft>
                        <a:buNone/>
                      </a:pPr>
                      <a:r>
                        <a:rPr lang="en" sz="1200">
                          <a:solidFill>
                            <a:schemeClr val="dk1"/>
                          </a:solidFill>
                        </a:rPr>
                        <a:t>Year #3 </a:t>
                      </a:r>
                      <a:endParaRPr sz="1200">
                        <a:solidFill>
                          <a:schemeClr val="dk1"/>
                        </a:solidFill>
                      </a:endParaRPr>
                    </a:p>
                    <a:p>
                      <a:pPr marL="0" lvl="0" indent="0" algn="l" rtl="0">
                        <a:spcBef>
                          <a:spcPts val="0"/>
                        </a:spcBef>
                        <a:spcAft>
                          <a:spcPts val="0"/>
                        </a:spcAft>
                        <a:buNone/>
                      </a:pPr>
                      <a:r>
                        <a:rPr lang="en" sz="1600">
                          <a:solidFill>
                            <a:schemeClr val="dk1"/>
                          </a:solidFill>
                        </a:rPr>
                        <a:t>Mid &amp; Large Enterprise</a:t>
                      </a:r>
                      <a:endParaRPr sz="1600"/>
                    </a:p>
                  </a:txBody>
                  <a:tcPr marL="91425" marR="91425" marT="91425" marB="91425"/>
                </a:tc>
                <a:tc>
                  <a:txBody>
                    <a:bodyPr/>
                    <a:lstStyle/>
                    <a:p>
                      <a:pPr marL="0" lvl="0" indent="0" algn="ctr" rtl="0">
                        <a:spcBef>
                          <a:spcPts val="0"/>
                        </a:spcBef>
                        <a:spcAft>
                          <a:spcPts val="0"/>
                        </a:spcAft>
                        <a:buNone/>
                      </a:pPr>
                      <a:endParaRPr sz="1200"/>
                    </a:p>
                    <a:p>
                      <a:pPr marL="0" lvl="0" indent="0" algn="ctr" rtl="0">
                        <a:spcBef>
                          <a:spcPts val="0"/>
                        </a:spcBef>
                        <a:spcAft>
                          <a:spcPts val="0"/>
                        </a:spcAft>
                        <a:buNone/>
                      </a:pPr>
                      <a:r>
                        <a:rPr lang="en" sz="1200"/>
                        <a:t>$120,000</a:t>
                      </a:r>
                      <a:endParaRPr sz="1200"/>
                    </a:p>
                  </a:txBody>
                  <a:tcPr marL="91425" marR="91425" marT="91425" marB="91425"/>
                </a:tc>
                <a:tc>
                  <a:txBody>
                    <a:bodyPr/>
                    <a:lstStyle/>
                    <a:p>
                      <a:pPr marL="0" lvl="0" indent="0" algn="ctr" rtl="0">
                        <a:spcBef>
                          <a:spcPts val="0"/>
                        </a:spcBef>
                        <a:spcAft>
                          <a:spcPts val="0"/>
                        </a:spcAft>
                        <a:buNone/>
                      </a:pPr>
                      <a:endParaRPr sz="1200"/>
                    </a:p>
                    <a:p>
                      <a:pPr marL="0" lvl="0" indent="0" algn="ctr" rtl="0">
                        <a:spcBef>
                          <a:spcPts val="0"/>
                        </a:spcBef>
                        <a:spcAft>
                          <a:spcPts val="0"/>
                        </a:spcAft>
                        <a:buNone/>
                      </a:pPr>
                      <a:r>
                        <a:rPr lang="en" sz="1200"/>
                        <a:t>$1.2B</a:t>
                      </a:r>
                      <a:endParaRPr sz="1200"/>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9"/>
          <p:cNvSpPr txBox="1">
            <a:spLocks noGrp="1"/>
          </p:cNvSpPr>
          <p:nvPr>
            <p:ph type="title"/>
          </p:nvPr>
        </p:nvSpPr>
        <p:spPr>
          <a:xfrm>
            <a:off x="431100" y="267300"/>
            <a:ext cx="8281800" cy="4875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2000"/>
              <a:t>GTM Strategy</a:t>
            </a:r>
            <a:endParaRPr sz="2000"/>
          </a:p>
        </p:txBody>
      </p:sp>
      <p:sp>
        <p:nvSpPr>
          <p:cNvPr id="338" name="Google Shape;338;p39"/>
          <p:cNvSpPr txBox="1"/>
          <p:nvPr/>
        </p:nvSpPr>
        <p:spPr>
          <a:xfrm>
            <a:off x="438300" y="819750"/>
            <a:ext cx="8041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rPr>
              <a:t>Self service SAAS + Freemium approach</a:t>
            </a:r>
            <a:endParaRPr b="1">
              <a:solidFill>
                <a:schemeClr val="dk1"/>
              </a:solidFill>
            </a:endParaRPr>
          </a:p>
        </p:txBody>
      </p:sp>
      <p:pic>
        <p:nvPicPr>
          <p:cNvPr id="339" name="Google Shape;339;p39"/>
          <p:cNvPicPr preferRelativeResize="0"/>
          <p:nvPr/>
        </p:nvPicPr>
        <p:blipFill>
          <a:blip r:embed="rId3">
            <a:alphaModFix/>
          </a:blip>
          <a:stretch>
            <a:fillRect/>
          </a:stretch>
        </p:blipFill>
        <p:spPr>
          <a:xfrm>
            <a:off x="507800" y="1649575"/>
            <a:ext cx="2058275" cy="1037325"/>
          </a:xfrm>
          <a:prstGeom prst="rect">
            <a:avLst/>
          </a:prstGeom>
          <a:noFill/>
          <a:ln w="9525" cap="flat" cmpd="sng">
            <a:solidFill>
              <a:schemeClr val="dk2"/>
            </a:solidFill>
            <a:prstDash val="solid"/>
            <a:round/>
            <a:headEnd type="none" w="sm" len="sm"/>
            <a:tailEnd type="none" w="sm" len="sm"/>
          </a:ln>
        </p:spPr>
      </p:pic>
      <p:sp>
        <p:nvSpPr>
          <p:cNvPr id="340" name="Google Shape;340;p39"/>
          <p:cNvSpPr txBox="1"/>
          <p:nvPr/>
        </p:nvSpPr>
        <p:spPr>
          <a:xfrm>
            <a:off x="540225" y="2887075"/>
            <a:ext cx="2165100" cy="1369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chemeClr val="dk1"/>
                </a:solidFill>
              </a:rPr>
              <a:t>Target Personas</a:t>
            </a:r>
            <a:endParaRPr sz="1100" b="1">
              <a:solidFill>
                <a:schemeClr val="dk1"/>
              </a:solidFill>
            </a:endParaRPr>
          </a:p>
          <a:p>
            <a:pPr marL="228600" lvl="0" indent="-184150" algn="l" rtl="0">
              <a:spcBef>
                <a:spcPts val="0"/>
              </a:spcBef>
              <a:spcAft>
                <a:spcPts val="0"/>
              </a:spcAft>
              <a:buClr>
                <a:schemeClr val="dk1"/>
              </a:buClr>
              <a:buSzPts val="1100"/>
              <a:buChar char="●"/>
            </a:pPr>
            <a:r>
              <a:rPr lang="en" sz="1100">
                <a:solidFill>
                  <a:schemeClr val="dk1"/>
                </a:solidFill>
              </a:rPr>
              <a:t>CISOs, VP of IT</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 sz="1100" b="1">
                <a:solidFill>
                  <a:schemeClr val="dk1"/>
                </a:solidFill>
              </a:rPr>
              <a:t>Target Verticals</a:t>
            </a:r>
            <a:endParaRPr sz="1100" b="1">
              <a:solidFill>
                <a:schemeClr val="dk1"/>
              </a:solidFill>
            </a:endParaRPr>
          </a:p>
          <a:p>
            <a:pPr marL="228600" lvl="0" indent="-184150" algn="l" rtl="0">
              <a:spcBef>
                <a:spcPts val="0"/>
              </a:spcBef>
              <a:spcAft>
                <a:spcPts val="0"/>
              </a:spcAft>
              <a:buClr>
                <a:schemeClr val="dk1"/>
              </a:buClr>
              <a:buSzPts val="1100"/>
              <a:buChar char="●"/>
            </a:pPr>
            <a:r>
              <a:rPr lang="en" sz="1100">
                <a:solidFill>
                  <a:schemeClr val="dk1"/>
                </a:solidFill>
              </a:rPr>
              <a:t>Credit Unions, Banks, Fintech </a:t>
            </a:r>
            <a:endParaRPr sz="1100">
              <a:solidFill>
                <a:schemeClr val="dk1"/>
              </a:solidFill>
            </a:endParaRPr>
          </a:p>
          <a:p>
            <a:pPr marL="228600" lvl="0" indent="-184150" algn="l" rtl="0">
              <a:spcBef>
                <a:spcPts val="0"/>
              </a:spcBef>
              <a:spcAft>
                <a:spcPts val="0"/>
              </a:spcAft>
              <a:buClr>
                <a:schemeClr val="dk1"/>
              </a:buClr>
              <a:buSzPts val="1100"/>
              <a:buChar char="●"/>
            </a:pPr>
            <a:r>
              <a:rPr lang="en" sz="1100">
                <a:solidFill>
                  <a:schemeClr val="dk1"/>
                </a:solidFill>
              </a:rPr>
              <a:t>Large Enterprise IT teams</a:t>
            </a:r>
            <a:endParaRPr sz="1100">
              <a:solidFill>
                <a:schemeClr val="dk1"/>
              </a:solidFill>
            </a:endParaRPr>
          </a:p>
        </p:txBody>
      </p:sp>
      <p:sp>
        <p:nvSpPr>
          <p:cNvPr id="341" name="Google Shape;341;p39"/>
          <p:cNvSpPr txBox="1"/>
          <p:nvPr/>
        </p:nvSpPr>
        <p:spPr>
          <a:xfrm>
            <a:off x="3161200" y="2887075"/>
            <a:ext cx="2165100" cy="1923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chemeClr val="dk1"/>
                </a:solidFill>
              </a:rPr>
              <a:t>Lead Generation</a:t>
            </a:r>
            <a:endParaRPr sz="1100" b="1">
              <a:solidFill>
                <a:schemeClr val="dk1"/>
              </a:solidFill>
            </a:endParaRPr>
          </a:p>
          <a:p>
            <a:pPr marL="228600" lvl="0" indent="-184150" algn="l" rtl="0">
              <a:spcBef>
                <a:spcPts val="0"/>
              </a:spcBef>
              <a:spcAft>
                <a:spcPts val="0"/>
              </a:spcAft>
              <a:buClr>
                <a:schemeClr val="dk1"/>
              </a:buClr>
              <a:buSzPts val="1100"/>
              <a:buChar char="●"/>
            </a:pPr>
            <a:r>
              <a:rPr lang="en" sz="1100">
                <a:solidFill>
                  <a:schemeClr val="dk1"/>
                </a:solidFill>
              </a:rPr>
              <a:t>Targeted Online &amp; Social Media Ads with communities on Linkedin and Reddit</a:t>
            </a:r>
            <a:endParaRPr sz="1100">
              <a:solidFill>
                <a:schemeClr val="dk1"/>
              </a:solidFill>
            </a:endParaRPr>
          </a:p>
          <a:p>
            <a:pPr marL="228600" lvl="0" indent="-184150" algn="l" rtl="0">
              <a:spcBef>
                <a:spcPts val="1000"/>
              </a:spcBef>
              <a:spcAft>
                <a:spcPts val="0"/>
              </a:spcAft>
              <a:buClr>
                <a:schemeClr val="dk1"/>
              </a:buClr>
              <a:buSzPts val="1100"/>
              <a:buChar char="●"/>
            </a:pPr>
            <a:r>
              <a:rPr lang="en" sz="1100">
                <a:solidFill>
                  <a:schemeClr val="dk1"/>
                </a:solidFill>
              </a:rPr>
              <a:t>Outbound cold calling team</a:t>
            </a:r>
            <a:endParaRPr sz="1100">
              <a:solidFill>
                <a:schemeClr val="dk1"/>
              </a:solidFill>
            </a:endParaRPr>
          </a:p>
          <a:p>
            <a:pPr marL="0" lvl="0" indent="0" algn="l" rtl="0">
              <a:spcBef>
                <a:spcPts val="1000"/>
              </a:spcBef>
              <a:spcAft>
                <a:spcPts val="0"/>
              </a:spcAft>
              <a:buNone/>
            </a:pPr>
            <a:endParaRPr sz="1100">
              <a:solidFill>
                <a:schemeClr val="dk1"/>
              </a:solidFill>
            </a:endParaRPr>
          </a:p>
          <a:p>
            <a:pPr marL="0" lvl="0" indent="0" algn="l" rtl="0">
              <a:spcBef>
                <a:spcPts val="1000"/>
              </a:spcBef>
              <a:spcAft>
                <a:spcPts val="0"/>
              </a:spcAft>
              <a:buNone/>
            </a:pPr>
            <a:endParaRPr sz="1100">
              <a:solidFill>
                <a:schemeClr val="dk1"/>
              </a:solidFill>
            </a:endParaRPr>
          </a:p>
        </p:txBody>
      </p:sp>
      <p:pic>
        <p:nvPicPr>
          <p:cNvPr id="342" name="Google Shape;342;p39"/>
          <p:cNvPicPr preferRelativeResize="0"/>
          <p:nvPr/>
        </p:nvPicPr>
        <p:blipFill>
          <a:blip r:embed="rId4">
            <a:alphaModFix/>
          </a:blip>
          <a:stretch>
            <a:fillRect/>
          </a:stretch>
        </p:blipFill>
        <p:spPr>
          <a:xfrm>
            <a:off x="5814625" y="1617150"/>
            <a:ext cx="2090691" cy="1037325"/>
          </a:xfrm>
          <a:prstGeom prst="rect">
            <a:avLst/>
          </a:prstGeom>
          <a:noFill/>
          <a:ln w="9525" cap="flat" cmpd="sng">
            <a:solidFill>
              <a:schemeClr val="dk2"/>
            </a:solidFill>
            <a:prstDash val="solid"/>
            <a:round/>
            <a:headEnd type="none" w="sm" len="sm"/>
            <a:tailEnd type="none" w="sm" len="sm"/>
          </a:ln>
        </p:spPr>
      </p:pic>
      <p:sp>
        <p:nvSpPr>
          <p:cNvPr id="343" name="Google Shape;343;p39"/>
          <p:cNvSpPr txBox="1"/>
          <p:nvPr/>
        </p:nvSpPr>
        <p:spPr>
          <a:xfrm>
            <a:off x="5830825" y="2887075"/>
            <a:ext cx="2058300" cy="99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chemeClr val="dk1"/>
                </a:solidFill>
              </a:rPr>
              <a:t>Key Value Proposition to gain traction</a:t>
            </a:r>
            <a:endParaRPr sz="1100" b="1">
              <a:solidFill>
                <a:schemeClr val="dk1"/>
              </a:solidFill>
            </a:endParaRPr>
          </a:p>
          <a:p>
            <a:pPr marL="228600" lvl="0" indent="-184150" algn="l" rtl="0">
              <a:spcBef>
                <a:spcPts val="0"/>
              </a:spcBef>
              <a:spcAft>
                <a:spcPts val="0"/>
              </a:spcAft>
              <a:buClr>
                <a:schemeClr val="dk1"/>
              </a:buClr>
              <a:buSzPts val="1100"/>
              <a:buChar char="●"/>
            </a:pPr>
            <a:r>
              <a:rPr lang="en" sz="1100">
                <a:solidFill>
                  <a:schemeClr val="dk1"/>
                </a:solidFill>
              </a:rPr>
              <a:t>Self service SAAS PAM</a:t>
            </a:r>
            <a:endParaRPr sz="1100">
              <a:solidFill>
                <a:schemeClr val="dk1"/>
              </a:solidFill>
            </a:endParaRPr>
          </a:p>
          <a:p>
            <a:pPr marL="457200" lvl="0" indent="0" algn="l" rtl="0">
              <a:spcBef>
                <a:spcPts val="1000"/>
              </a:spcBef>
              <a:spcAft>
                <a:spcPts val="1000"/>
              </a:spcAft>
              <a:buNone/>
            </a:pPr>
            <a:endParaRPr sz="1100">
              <a:solidFill>
                <a:schemeClr val="dk1"/>
              </a:solidFill>
            </a:endParaRPr>
          </a:p>
        </p:txBody>
      </p:sp>
      <p:pic>
        <p:nvPicPr>
          <p:cNvPr id="344" name="Google Shape;344;p39"/>
          <p:cNvPicPr preferRelativeResize="0"/>
          <p:nvPr/>
        </p:nvPicPr>
        <p:blipFill>
          <a:blip r:embed="rId5">
            <a:alphaModFix/>
          </a:blip>
          <a:stretch>
            <a:fillRect/>
          </a:stretch>
        </p:blipFill>
        <p:spPr>
          <a:xfrm>
            <a:off x="3145000" y="1617150"/>
            <a:ext cx="2090700" cy="103732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0"/>
          <p:cNvSpPr/>
          <p:nvPr/>
        </p:nvSpPr>
        <p:spPr>
          <a:xfrm>
            <a:off x="1502596" y="3609974"/>
            <a:ext cx="7641404" cy="610393"/>
          </a:xfrm>
          <a:prstGeom prst="rect">
            <a:avLst/>
          </a:prstGeom>
          <a:solidFill>
            <a:schemeClr val="lt1"/>
          </a:solidFill>
          <a:ln w="12700" cap="flat" cmpd="sng">
            <a:solidFill>
              <a:srgbClr val="0000C6"/>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Arial"/>
              <a:ea typeface="Arial"/>
              <a:cs typeface="Arial"/>
              <a:sym typeface="Arial"/>
            </a:endParaRPr>
          </a:p>
        </p:txBody>
      </p:sp>
      <p:grpSp>
        <p:nvGrpSpPr>
          <p:cNvPr id="350" name="Google Shape;350;p40"/>
          <p:cNvGrpSpPr/>
          <p:nvPr/>
        </p:nvGrpSpPr>
        <p:grpSpPr>
          <a:xfrm>
            <a:off x="321924" y="1127170"/>
            <a:ext cx="4039457" cy="3738655"/>
            <a:chOff x="0" y="0"/>
            <a:chExt cx="5385942" cy="4984874"/>
          </a:xfrm>
        </p:grpSpPr>
        <p:sp>
          <p:nvSpPr>
            <p:cNvPr id="351" name="Google Shape;351;p40"/>
            <p:cNvSpPr/>
            <p:nvPr/>
          </p:nvSpPr>
          <p:spPr>
            <a:xfrm rot="10800000">
              <a:off x="0" y="0"/>
              <a:ext cx="5385942" cy="3289802"/>
            </a:xfrm>
            <a:prstGeom prst="trapezoid">
              <a:avLst>
                <a:gd name="adj" fmla="val 54186"/>
              </a:avLst>
            </a:prstGeom>
            <a:solidFill>
              <a:srgbClr val="D5DBE5"/>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52" name="Google Shape;352;p40"/>
            <p:cNvSpPr txBox="1"/>
            <p:nvPr/>
          </p:nvSpPr>
          <p:spPr>
            <a:xfrm>
              <a:off x="942539" y="0"/>
              <a:ext cx="3500862" cy="3289802"/>
            </a:xfrm>
            <a:prstGeom prst="rect">
              <a:avLst/>
            </a:prstGeom>
            <a:noFill/>
            <a:ln>
              <a:noFill/>
            </a:ln>
          </p:spPr>
          <p:txBody>
            <a:bodyPr spcFirstLastPara="1" wrap="square" lIns="9525" tIns="9525" rIns="9525" bIns="9525" anchor="ctr" anchorCtr="0">
              <a:noAutofit/>
            </a:bodyPr>
            <a:lstStyle/>
            <a:p>
              <a:pPr marL="0" marR="0" lvl="0" indent="0" algn="ctr" rtl="0">
                <a:lnSpc>
                  <a:spcPct val="90000"/>
                </a:lnSpc>
                <a:spcBef>
                  <a:spcPts val="0"/>
                </a:spcBef>
                <a:spcAft>
                  <a:spcPts val="0"/>
                </a:spcAft>
                <a:buClr>
                  <a:schemeClr val="lt1"/>
                </a:buClr>
                <a:buSzPts val="800"/>
                <a:buFont typeface="Arial"/>
                <a:buNone/>
              </a:pPr>
              <a:endParaRPr sz="1100"/>
            </a:p>
            <a:p>
              <a:pPr marL="0" marR="0" lvl="0" indent="0" algn="ctr" rtl="0">
                <a:lnSpc>
                  <a:spcPct val="90000"/>
                </a:lnSpc>
                <a:spcBef>
                  <a:spcPts val="0"/>
                </a:spcBef>
                <a:spcAft>
                  <a:spcPts val="0"/>
                </a:spcAft>
                <a:buClr>
                  <a:schemeClr val="lt1"/>
                </a:buClr>
                <a:buSzPts val="800"/>
                <a:buFont typeface="Arial"/>
                <a:buNone/>
              </a:pPr>
              <a:r>
                <a:rPr lang="en" sz="1100"/>
                <a:t>Strong Interest.</a:t>
              </a:r>
              <a:endParaRPr sz="1100"/>
            </a:p>
            <a:p>
              <a:pPr marL="0" marR="0" lvl="0" indent="0" algn="ctr" rtl="0">
                <a:lnSpc>
                  <a:spcPct val="90000"/>
                </a:lnSpc>
                <a:spcBef>
                  <a:spcPts val="0"/>
                </a:spcBef>
                <a:spcAft>
                  <a:spcPts val="0"/>
                </a:spcAft>
                <a:buClr>
                  <a:schemeClr val="lt1"/>
                </a:buClr>
                <a:buSzPts val="800"/>
                <a:buFont typeface="Arial"/>
                <a:buNone/>
              </a:pPr>
              <a:r>
                <a:rPr lang="en" sz="1100"/>
                <a:t>Potential $2m ARR</a:t>
              </a:r>
              <a:endParaRPr sz="1100"/>
            </a:p>
          </p:txBody>
        </p:sp>
        <p:sp>
          <p:nvSpPr>
            <p:cNvPr id="353" name="Google Shape;353;p40"/>
            <p:cNvSpPr/>
            <p:nvPr/>
          </p:nvSpPr>
          <p:spPr>
            <a:xfrm rot="10800000">
              <a:off x="1782626" y="3289802"/>
              <a:ext cx="1820688" cy="840011"/>
            </a:xfrm>
            <a:prstGeom prst="trapezoid">
              <a:avLst>
                <a:gd name="adj" fmla="val 54186"/>
              </a:avLst>
            </a:prstGeom>
            <a:solidFill>
              <a:srgbClr val="00008E"/>
            </a:solidFill>
            <a:ln w="12700" cap="flat" cmpd="sng">
              <a:solidFill>
                <a:srgbClr val="0000C6"/>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54" name="Google Shape;354;p40"/>
            <p:cNvSpPr txBox="1"/>
            <p:nvPr/>
          </p:nvSpPr>
          <p:spPr>
            <a:xfrm>
              <a:off x="2101247" y="3289802"/>
              <a:ext cx="1183447" cy="840011"/>
            </a:xfrm>
            <a:prstGeom prst="rect">
              <a:avLst/>
            </a:prstGeom>
            <a:noFill/>
            <a:ln>
              <a:noFill/>
            </a:ln>
          </p:spPr>
          <p:txBody>
            <a:bodyPr spcFirstLastPara="1" wrap="square" lIns="9525" tIns="9525" rIns="9525" bIns="9525" anchor="ctr" anchorCtr="0">
              <a:noAutofit/>
            </a:bodyPr>
            <a:lstStyle/>
            <a:p>
              <a:pPr marL="0" marR="0" lvl="0" indent="0" algn="ctr" rtl="0">
                <a:lnSpc>
                  <a:spcPct val="90000"/>
                </a:lnSpc>
                <a:spcBef>
                  <a:spcPts val="0"/>
                </a:spcBef>
                <a:spcAft>
                  <a:spcPts val="0"/>
                </a:spcAft>
                <a:buClr>
                  <a:schemeClr val="lt1"/>
                </a:buClr>
                <a:buSzPts val="800"/>
                <a:buFont typeface="Arial"/>
                <a:buNone/>
              </a:pPr>
              <a:r>
                <a:rPr lang="en" sz="800" b="1">
                  <a:solidFill>
                    <a:schemeClr val="lt1"/>
                  </a:solidFill>
                  <a:latin typeface="Arial"/>
                  <a:ea typeface="Arial"/>
                  <a:cs typeface="Arial"/>
                  <a:sym typeface="Arial"/>
                </a:rPr>
                <a:t>Purchase order submitted</a:t>
              </a:r>
              <a:endParaRPr sz="1100"/>
            </a:p>
            <a:p>
              <a:pPr marL="0" marR="0" lvl="0" indent="0" algn="ctr" rtl="0">
                <a:lnSpc>
                  <a:spcPct val="90000"/>
                </a:lnSpc>
                <a:spcBef>
                  <a:spcPts val="300"/>
                </a:spcBef>
                <a:spcAft>
                  <a:spcPts val="0"/>
                </a:spcAft>
                <a:buClr>
                  <a:schemeClr val="lt1"/>
                </a:buClr>
                <a:buSzPts val="800"/>
                <a:buFont typeface="Arial"/>
                <a:buNone/>
              </a:pPr>
              <a:r>
                <a:rPr lang="en" sz="800">
                  <a:solidFill>
                    <a:schemeClr val="lt1"/>
                  </a:solidFill>
                  <a:latin typeface="Arial"/>
                  <a:ea typeface="Arial"/>
                  <a:cs typeface="Arial"/>
                  <a:sym typeface="Arial"/>
                </a:rPr>
                <a:t>&gt;$450k ARR</a:t>
              </a:r>
              <a:endParaRPr sz="1100"/>
            </a:p>
          </p:txBody>
        </p:sp>
        <p:sp>
          <p:nvSpPr>
            <p:cNvPr id="355" name="Google Shape;355;p40"/>
            <p:cNvSpPr/>
            <p:nvPr/>
          </p:nvSpPr>
          <p:spPr>
            <a:xfrm rot="10800000">
              <a:off x="2237798" y="4129813"/>
              <a:ext cx="910344" cy="840011"/>
            </a:xfrm>
            <a:prstGeom prst="trapezoid">
              <a:avLst>
                <a:gd name="adj" fmla="val 54186"/>
              </a:avLst>
            </a:prstGeom>
            <a:solidFill>
              <a:srgbClr val="F2F2F2"/>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56" name="Google Shape;356;p40"/>
            <p:cNvSpPr txBox="1"/>
            <p:nvPr/>
          </p:nvSpPr>
          <p:spPr>
            <a:xfrm>
              <a:off x="2196018" y="4144874"/>
              <a:ext cx="993900" cy="840000"/>
            </a:xfrm>
            <a:prstGeom prst="rect">
              <a:avLst/>
            </a:prstGeom>
            <a:noFill/>
            <a:ln>
              <a:noFill/>
            </a:ln>
          </p:spPr>
          <p:txBody>
            <a:bodyPr spcFirstLastPara="1" wrap="square" lIns="9525" tIns="9525" rIns="9525" bIns="9525" anchor="ctr" anchorCtr="0">
              <a:noAutofit/>
            </a:bodyPr>
            <a:lstStyle/>
            <a:p>
              <a:pPr marL="0" marR="0" lvl="0" indent="0" algn="ctr" rtl="0">
                <a:lnSpc>
                  <a:spcPct val="90000"/>
                </a:lnSpc>
                <a:spcBef>
                  <a:spcPts val="0"/>
                </a:spcBef>
                <a:spcAft>
                  <a:spcPts val="0"/>
                </a:spcAft>
                <a:buClr>
                  <a:schemeClr val="dk1"/>
                </a:buClr>
                <a:buSzPts val="800"/>
                <a:buFont typeface="Arial"/>
                <a:buNone/>
              </a:pPr>
              <a:r>
                <a:rPr lang="en" sz="800">
                  <a:solidFill>
                    <a:schemeClr val="dk1"/>
                  </a:solidFill>
                  <a:latin typeface="Arial"/>
                  <a:ea typeface="Arial"/>
                  <a:cs typeface="Arial"/>
                  <a:sym typeface="Arial"/>
                </a:rPr>
                <a:t>Implementation / POC</a:t>
              </a:r>
              <a:endParaRPr sz="1100"/>
            </a:p>
          </p:txBody>
        </p:sp>
      </p:grpSp>
      <p:pic>
        <p:nvPicPr>
          <p:cNvPr id="357" name="Google Shape;357;p40"/>
          <p:cNvPicPr preferRelativeResize="0"/>
          <p:nvPr/>
        </p:nvPicPr>
        <p:blipFill rotWithShape="1">
          <a:blip r:embed="rId3">
            <a:alphaModFix/>
          </a:blip>
          <a:srcRect/>
          <a:stretch/>
        </p:blipFill>
        <p:spPr>
          <a:xfrm>
            <a:off x="4492587" y="1164820"/>
            <a:ext cx="1019390" cy="353174"/>
          </a:xfrm>
          <a:prstGeom prst="rect">
            <a:avLst/>
          </a:prstGeom>
          <a:noFill/>
          <a:ln>
            <a:noFill/>
          </a:ln>
        </p:spPr>
      </p:pic>
      <p:pic>
        <p:nvPicPr>
          <p:cNvPr id="358" name="Google Shape;358;p40"/>
          <p:cNvPicPr preferRelativeResize="0"/>
          <p:nvPr/>
        </p:nvPicPr>
        <p:blipFill rotWithShape="1">
          <a:blip r:embed="rId4">
            <a:alphaModFix/>
          </a:blip>
          <a:srcRect/>
          <a:stretch/>
        </p:blipFill>
        <p:spPr>
          <a:xfrm>
            <a:off x="4370700" y="1989481"/>
            <a:ext cx="543836" cy="543836"/>
          </a:xfrm>
          <a:prstGeom prst="rect">
            <a:avLst/>
          </a:prstGeom>
          <a:noFill/>
          <a:ln>
            <a:noFill/>
          </a:ln>
        </p:spPr>
      </p:pic>
      <p:pic>
        <p:nvPicPr>
          <p:cNvPr id="359" name="Google Shape;359;p40"/>
          <p:cNvPicPr preferRelativeResize="0"/>
          <p:nvPr/>
        </p:nvPicPr>
        <p:blipFill rotWithShape="1">
          <a:blip r:embed="rId5">
            <a:alphaModFix/>
          </a:blip>
          <a:srcRect/>
          <a:stretch/>
        </p:blipFill>
        <p:spPr>
          <a:xfrm>
            <a:off x="5738634" y="1139693"/>
            <a:ext cx="564893" cy="564893"/>
          </a:xfrm>
          <a:prstGeom prst="rect">
            <a:avLst/>
          </a:prstGeom>
          <a:noFill/>
          <a:ln>
            <a:noFill/>
          </a:ln>
        </p:spPr>
      </p:pic>
      <p:pic>
        <p:nvPicPr>
          <p:cNvPr id="360" name="Google Shape;360;p40"/>
          <p:cNvPicPr preferRelativeResize="0"/>
          <p:nvPr/>
        </p:nvPicPr>
        <p:blipFill rotWithShape="1">
          <a:blip r:embed="rId6">
            <a:alphaModFix/>
          </a:blip>
          <a:srcRect/>
          <a:stretch/>
        </p:blipFill>
        <p:spPr>
          <a:xfrm>
            <a:off x="4343773" y="1666428"/>
            <a:ext cx="940982" cy="183742"/>
          </a:xfrm>
          <a:prstGeom prst="rect">
            <a:avLst/>
          </a:prstGeom>
          <a:noFill/>
          <a:ln>
            <a:noFill/>
          </a:ln>
        </p:spPr>
      </p:pic>
      <p:pic>
        <p:nvPicPr>
          <p:cNvPr id="361" name="Google Shape;361;p40"/>
          <p:cNvPicPr preferRelativeResize="0"/>
          <p:nvPr/>
        </p:nvPicPr>
        <p:blipFill rotWithShape="1">
          <a:blip r:embed="rId7">
            <a:alphaModFix/>
          </a:blip>
          <a:srcRect/>
          <a:stretch/>
        </p:blipFill>
        <p:spPr>
          <a:xfrm>
            <a:off x="6638190" y="1103675"/>
            <a:ext cx="580454" cy="471488"/>
          </a:xfrm>
          <a:prstGeom prst="rect">
            <a:avLst/>
          </a:prstGeom>
          <a:noFill/>
          <a:ln>
            <a:noFill/>
          </a:ln>
        </p:spPr>
      </p:pic>
      <p:pic>
        <p:nvPicPr>
          <p:cNvPr id="362" name="Google Shape;362;p40"/>
          <p:cNvPicPr preferRelativeResize="0"/>
          <p:nvPr/>
        </p:nvPicPr>
        <p:blipFill rotWithShape="1">
          <a:blip r:embed="rId8">
            <a:alphaModFix/>
          </a:blip>
          <a:srcRect/>
          <a:stretch/>
        </p:blipFill>
        <p:spPr>
          <a:xfrm>
            <a:off x="5502890" y="1940868"/>
            <a:ext cx="471488" cy="471488"/>
          </a:xfrm>
          <a:prstGeom prst="rect">
            <a:avLst/>
          </a:prstGeom>
          <a:noFill/>
          <a:ln>
            <a:noFill/>
          </a:ln>
        </p:spPr>
      </p:pic>
      <p:pic>
        <p:nvPicPr>
          <p:cNvPr id="363" name="Google Shape;363;p40"/>
          <p:cNvPicPr preferRelativeResize="0"/>
          <p:nvPr/>
        </p:nvPicPr>
        <p:blipFill rotWithShape="1">
          <a:blip r:embed="rId9">
            <a:alphaModFix/>
          </a:blip>
          <a:srcRect/>
          <a:stretch/>
        </p:blipFill>
        <p:spPr>
          <a:xfrm>
            <a:off x="6303527" y="1918686"/>
            <a:ext cx="582688" cy="471488"/>
          </a:xfrm>
          <a:prstGeom prst="rect">
            <a:avLst/>
          </a:prstGeom>
          <a:noFill/>
          <a:ln>
            <a:noFill/>
          </a:ln>
        </p:spPr>
      </p:pic>
      <p:pic>
        <p:nvPicPr>
          <p:cNvPr id="364" name="Google Shape;364;p40"/>
          <p:cNvPicPr preferRelativeResize="0"/>
          <p:nvPr/>
        </p:nvPicPr>
        <p:blipFill rotWithShape="1">
          <a:blip r:embed="rId10">
            <a:alphaModFix/>
          </a:blip>
          <a:srcRect/>
          <a:stretch/>
        </p:blipFill>
        <p:spPr>
          <a:xfrm>
            <a:off x="7506400" y="1212754"/>
            <a:ext cx="876835" cy="218234"/>
          </a:xfrm>
          <a:prstGeom prst="rect">
            <a:avLst/>
          </a:prstGeom>
          <a:noFill/>
          <a:ln>
            <a:noFill/>
          </a:ln>
        </p:spPr>
      </p:pic>
      <p:pic>
        <p:nvPicPr>
          <p:cNvPr id="365" name="Google Shape;365;p40"/>
          <p:cNvPicPr preferRelativeResize="0"/>
          <p:nvPr/>
        </p:nvPicPr>
        <p:blipFill rotWithShape="1">
          <a:blip r:embed="rId11">
            <a:alphaModFix/>
          </a:blip>
          <a:srcRect/>
          <a:stretch/>
        </p:blipFill>
        <p:spPr>
          <a:xfrm>
            <a:off x="7007710" y="1998044"/>
            <a:ext cx="918640" cy="268608"/>
          </a:xfrm>
          <a:prstGeom prst="rect">
            <a:avLst/>
          </a:prstGeom>
          <a:noFill/>
          <a:ln>
            <a:noFill/>
          </a:ln>
        </p:spPr>
      </p:pic>
      <p:pic>
        <p:nvPicPr>
          <p:cNvPr id="366" name="Google Shape;366;p40"/>
          <p:cNvPicPr preferRelativeResize="0"/>
          <p:nvPr/>
        </p:nvPicPr>
        <p:blipFill rotWithShape="1">
          <a:blip r:embed="rId12">
            <a:alphaModFix/>
          </a:blip>
          <a:srcRect/>
          <a:stretch/>
        </p:blipFill>
        <p:spPr>
          <a:xfrm>
            <a:off x="4361380" y="2648675"/>
            <a:ext cx="2003216" cy="362284"/>
          </a:xfrm>
          <a:prstGeom prst="rect">
            <a:avLst/>
          </a:prstGeom>
          <a:noFill/>
          <a:ln>
            <a:noFill/>
          </a:ln>
        </p:spPr>
      </p:pic>
      <p:pic>
        <p:nvPicPr>
          <p:cNvPr id="367" name="Google Shape;367;p40"/>
          <p:cNvPicPr preferRelativeResize="0"/>
          <p:nvPr/>
        </p:nvPicPr>
        <p:blipFill rotWithShape="1">
          <a:blip r:embed="rId13">
            <a:alphaModFix/>
          </a:blip>
          <a:srcRect/>
          <a:stretch/>
        </p:blipFill>
        <p:spPr>
          <a:xfrm>
            <a:off x="6536197" y="2578657"/>
            <a:ext cx="480884" cy="313094"/>
          </a:xfrm>
          <a:prstGeom prst="rect">
            <a:avLst/>
          </a:prstGeom>
          <a:noFill/>
          <a:ln>
            <a:noFill/>
          </a:ln>
        </p:spPr>
      </p:pic>
      <p:pic>
        <p:nvPicPr>
          <p:cNvPr id="368" name="Google Shape;368;p40"/>
          <p:cNvPicPr preferRelativeResize="0"/>
          <p:nvPr/>
        </p:nvPicPr>
        <p:blipFill rotWithShape="1">
          <a:blip r:embed="rId14">
            <a:alphaModFix/>
          </a:blip>
          <a:srcRect/>
          <a:stretch/>
        </p:blipFill>
        <p:spPr>
          <a:xfrm>
            <a:off x="13442844" y="-394280"/>
            <a:ext cx="951356" cy="292725"/>
          </a:xfrm>
          <a:prstGeom prst="rect">
            <a:avLst/>
          </a:prstGeom>
          <a:noFill/>
          <a:ln>
            <a:noFill/>
          </a:ln>
        </p:spPr>
      </p:pic>
      <p:pic>
        <p:nvPicPr>
          <p:cNvPr id="369" name="Google Shape;369;p40"/>
          <p:cNvPicPr preferRelativeResize="0"/>
          <p:nvPr/>
        </p:nvPicPr>
        <p:blipFill rotWithShape="1">
          <a:blip r:embed="rId15">
            <a:alphaModFix/>
          </a:blip>
          <a:srcRect/>
          <a:stretch/>
        </p:blipFill>
        <p:spPr>
          <a:xfrm>
            <a:off x="15749082" y="-535226"/>
            <a:ext cx="1007319" cy="176496"/>
          </a:xfrm>
          <a:prstGeom prst="rect">
            <a:avLst/>
          </a:prstGeom>
          <a:noFill/>
          <a:ln>
            <a:noFill/>
          </a:ln>
        </p:spPr>
      </p:pic>
      <p:pic>
        <p:nvPicPr>
          <p:cNvPr id="370" name="Google Shape;370;p40"/>
          <p:cNvPicPr preferRelativeResize="0"/>
          <p:nvPr/>
        </p:nvPicPr>
        <p:blipFill rotWithShape="1">
          <a:blip r:embed="rId16">
            <a:alphaModFix/>
          </a:blip>
          <a:srcRect/>
          <a:stretch/>
        </p:blipFill>
        <p:spPr>
          <a:xfrm>
            <a:off x="17636060" y="-128050"/>
            <a:ext cx="602669" cy="512269"/>
          </a:xfrm>
          <a:prstGeom prst="rect">
            <a:avLst/>
          </a:prstGeom>
          <a:noFill/>
          <a:ln>
            <a:noFill/>
          </a:ln>
        </p:spPr>
      </p:pic>
      <p:pic>
        <p:nvPicPr>
          <p:cNvPr id="371" name="Google Shape;371;p40"/>
          <p:cNvPicPr preferRelativeResize="0"/>
          <p:nvPr/>
        </p:nvPicPr>
        <p:blipFill rotWithShape="1">
          <a:blip r:embed="rId17">
            <a:alphaModFix/>
          </a:blip>
          <a:srcRect/>
          <a:stretch/>
        </p:blipFill>
        <p:spPr>
          <a:xfrm>
            <a:off x="19859849" y="-488245"/>
            <a:ext cx="1114936" cy="215239"/>
          </a:xfrm>
          <a:prstGeom prst="rect">
            <a:avLst/>
          </a:prstGeom>
          <a:noFill/>
          <a:ln>
            <a:noFill/>
          </a:ln>
        </p:spPr>
      </p:pic>
      <p:pic>
        <p:nvPicPr>
          <p:cNvPr id="372" name="Google Shape;372;p40"/>
          <p:cNvPicPr preferRelativeResize="0"/>
          <p:nvPr/>
        </p:nvPicPr>
        <p:blipFill rotWithShape="1">
          <a:blip r:embed="rId18">
            <a:alphaModFix/>
          </a:blip>
          <a:srcRect/>
          <a:stretch/>
        </p:blipFill>
        <p:spPr>
          <a:xfrm>
            <a:off x="3142497" y="3710650"/>
            <a:ext cx="358286" cy="463238"/>
          </a:xfrm>
          <a:prstGeom prst="rect">
            <a:avLst/>
          </a:prstGeom>
          <a:noFill/>
          <a:ln>
            <a:noFill/>
          </a:ln>
        </p:spPr>
      </p:pic>
      <p:pic>
        <p:nvPicPr>
          <p:cNvPr id="373" name="Google Shape;373;p40"/>
          <p:cNvPicPr preferRelativeResize="0"/>
          <p:nvPr/>
        </p:nvPicPr>
        <p:blipFill rotWithShape="1">
          <a:blip r:embed="rId19">
            <a:alphaModFix/>
          </a:blip>
          <a:srcRect/>
          <a:stretch/>
        </p:blipFill>
        <p:spPr>
          <a:xfrm>
            <a:off x="7311133" y="2602562"/>
            <a:ext cx="918640" cy="388292"/>
          </a:xfrm>
          <a:prstGeom prst="rect">
            <a:avLst/>
          </a:prstGeom>
          <a:noFill/>
          <a:ln>
            <a:noFill/>
          </a:ln>
        </p:spPr>
      </p:pic>
      <p:pic>
        <p:nvPicPr>
          <p:cNvPr id="374" name="Google Shape;374;p40"/>
          <p:cNvPicPr preferRelativeResize="0"/>
          <p:nvPr/>
        </p:nvPicPr>
        <p:blipFill rotWithShape="1">
          <a:blip r:embed="rId20">
            <a:alphaModFix/>
          </a:blip>
          <a:srcRect/>
          <a:stretch/>
        </p:blipFill>
        <p:spPr>
          <a:xfrm>
            <a:off x="4914527" y="4452190"/>
            <a:ext cx="1007325" cy="243083"/>
          </a:xfrm>
          <a:prstGeom prst="rect">
            <a:avLst/>
          </a:prstGeom>
          <a:noFill/>
          <a:ln>
            <a:noFill/>
          </a:ln>
        </p:spPr>
      </p:pic>
      <p:pic>
        <p:nvPicPr>
          <p:cNvPr id="375" name="Google Shape;375;p40" descr="Image result for veterans united"/>
          <p:cNvPicPr preferRelativeResize="0"/>
          <p:nvPr/>
        </p:nvPicPr>
        <p:blipFill rotWithShape="1">
          <a:blip r:embed="rId21">
            <a:alphaModFix/>
          </a:blip>
          <a:srcRect/>
          <a:stretch/>
        </p:blipFill>
        <p:spPr>
          <a:xfrm>
            <a:off x="4571997" y="3689300"/>
            <a:ext cx="682446" cy="451757"/>
          </a:xfrm>
          <a:prstGeom prst="rect">
            <a:avLst/>
          </a:prstGeom>
          <a:noFill/>
          <a:ln>
            <a:noFill/>
          </a:ln>
        </p:spPr>
      </p:pic>
      <p:pic>
        <p:nvPicPr>
          <p:cNvPr id="376" name="Google Shape;376;p40" descr="Image result for teleperformance"/>
          <p:cNvPicPr preferRelativeResize="0"/>
          <p:nvPr/>
        </p:nvPicPr>
        <p:blipFill rotWithShape="1">
          <a:blip r:embed="rId22">
            <a:alphaModFix/>
          </a:blip>
          <a:srcRect/>
          <a:stretch/>
        </p:blipFill>
        <p:spPr>
          <a:xfrm>
            <a:off x="5465063" y="3775478"/>
            <a:ext cx="1126900" cy="320584"/>
          </a:xfrm>
          <a:prstGeom prst="rect">
            <a:avLst/>
          </a:prstGeom>
          <a:noFill/>
          <a:ln>
            <a:noFill/>
          </a:ln>
        </p:spPr>
      </p:pic>
      <p:pic>
        <p:nvPicPr>
          <p:cNvPr id="377" name="Google Shape;377;p40" descr="Image result for haive tech"/>
          <p:cNvPicPr preferRelativeResize="0"/>
          <p:nvPr/>
        </p:nvPicPr>
        <p:blipFill rotWithShape="1">
          <a:blip r:embed="rId23">
            <a:alphaModFix/>
          </a:blip>
          <a:srcRect/>
          <a:stretch/>
        </p:blipFill>
        <p:spPr>
          <a:xfrm>
            <a:off x="2898099" y="4270380"/>
            <a:ext cx="602675" cy="606681"/>
          </a:xfrm>
          <a:prstGeom prst="rect">
            <a:avLst/>
          </a:prstGeom>
          <a:noFill/>
          <a:ln>
            <a:noFill/>
          </a:ln>
        </p:spPr>
      </p:pic>
      <p:pic>
        <p:nvPicPr>
          <p:cNvPr id="378" name="Google Shape;378;p40" descr="Image result for broadcom"/>
          <p:cNvPicPr preferRelativeResize="0"/>
          <p:nvPr/>
        </p:nvPicPr>
        <p:blipFill rotWithShape="1">
          <a:blip r:embed="rId24">
            <a:alphaModFix/>
          </a:blip>
          <a:srcRect/>
          <a:stretch/>
        </p:blipFill>
        <p:spPr>
          <a:xfrm>
            <a:off x="3705770" y="4292815"/>
            <a:ext cx="866230" cy="562679"/>
          </a:xfrm>
          <a:prstGeom prst="rect">
            <a:avLst/>
          </a:prstGeom>
          <a:noFill/>
          <a:ln>
            <a:noFill/>
          </a:ln>
        </p:spPr>
      </p:pic>
      <p:pic>
        <p:nvPicPr>
          <p:cNvPr id="379" name="Google Shape;379;p40" descr="Image result for kpmg"/>
          <p:cNvPicPr preferRelativeResize="0"/>
          <p:nvPr/>
        </p:nvPicPr>
        <p:blipFill rotWithShape="1">
          <a:blip r:embed="rId25">
            <a:alphaModFix/>
          </a:blip>
          <a:srcRect/>
          <a:stretch/>
        </p:blipFill>
        <p:spPr>
          <a:xfrm>
            <a:off x="3504917" y="3009020"/>
            <a:ext cx="792775" cy="528517"/>
          </a:xfrm>
          <a:prstGeom prst="rect">
            <a:avLst/>
          </a:prstGeom>
          <a:noFill/>
          <a:ln>
            <a:noFill/>
          </a:ln>
        </p:spPr>
      </p:pic>
      <p:pic>
        <p:nvPicPr>
          <p:cNvPr id="380" name="Google Shape;380;p40" descr="Image result for bandhan bank"/>
          <p:cNvPicPr preferRelativeResize="0"/>
          <p:nvPr/>
        </p:nvPicPr>
        <p:blipFill rotWithShape="1">
          <a:blip r:embed="rId26">
            <a:alphaModFix/>
          </a:blip>
          <a:srcRect/>
          <a:stretch/>
        </p:blipFill>
        <p:spPr>
          <a:xfrm>
            <a:off x="4420325" y="3028878"/>
            <a:ext cx="1082566" cy="579946"/>
          </a:xfrm>
          <a:prstGeom prst="rect">
            <a:avLst/>
          </a:prstGeom>
          <a:noFill/>
          <a:ln>
            <a:noFill/>
          </a:ln>
        </p:spPr>
      </p:pic>
      <p:pic>
        <p:nvPicPr>
          <p:cNvPr id="381" name="Google Shape;381;p40" descr="Image result for topcon"/>
          <p:cNvPicPr preferRelativeResize="0"/>
          <p:nvPr/>
        </p:nvPicPr>
        <p:blipFill rotWithShape="1">
          <a:blip r:embed="rId27">
            <a:alphaModFix/>
          </a:blip>
          <a:srcRect/>
          <a:stretch/>
        </p:blipFill>
        <p:spPr>
          <a:xfrm>
            <a:off x="5516985" y="3039566"/>
            <a:ext cx="887506" cy="558570"/>
          </a:xfrm>
          <a:prstGeom prst="rect">
            <a:avLst/>
          </a:prstGeom>
          <a:noFill/>
          <a:ln>
            <a:noFill/>
          </a:ln>
        </p:spPr>
      </p:pic>
      <p:pic>
        <p:nvPicPr>
          <p:cNvPr id="382" name="Google Shape;382;p40" descr="Image result for trace3"/>
          <p:cNvPicPr preferRelativeResize="0"/>
          <p:nvPr/>
        </p:nvPicPr>
        <p:blipFill rotWithShape="1">
          <a:blip r:embed="rId28">
            <a:alphaModFix/>
          </a:blip>
          <a:srcRect/>
          <a:stretch/>
        </p:blipFill>
        <p:spPr>
          <a:xfrm>
            <a:off x="6507748" y="3197024"/>
            <a:ext cx="951350" cy="256899"/>
          </a:xfrm>
          <a:prstGeom prst="rect">
            <a:avLst/>
          </a:prstGeom>
          <a:noFill/>
          <a:ln>
            <a:noFill/>
          </a:ln>
        </p:spPr>
      </p:pic>
      <p:pic>
        <p:nvPicPr>
          <p:cNvPr id="383" name="Google Shape;383;p40" descr="Image result for covalen soluton"/>
          <p:cNvPicPr preferRelativeResize="0"/>
          <p:nvPr/>
        </p:nvPicPr>
        <p:blipFill rotWithShape="1">
          <a:blip r:embed="rId29">
            <a:alphaModFix/>
          </a:blip>
          <a:srcRect/>
          <a:stretch/>
        </p:blipFill>
        <p:spPr>
          <a:xfrm>
            <a:off x="7804126" y="3146914"/>
            <a:ext cx="1158218" cy="245785"/>
          </a:xfrm>
          <a:prstGeom prst="rect">
            <a:avLst/>
          </a:prstGeom>
          <a:noFill/>
          <a:ln>
            <a:noFill/>
          </a:ln>
        </p:spPr>
      </p:pic>
      <p:pic>
        <p:nvPicPr>
          <p:cNvPr id="384" name="Google Shape;384;p40" descr="Image result for stonex"/>
          <p:cNvPicPr preferRelativeResize="0"/>
          <p:nvPr/>
        </p:nvPicPr>
        <p:blipFill rotWithShape="1">
          <a:blip r:embed="rId30">
            <a:alphaModFix/>
          </a:blip>
          <a:srcRect/>
          <a:stretch/>
        </p:blipFill>
        <p:spPr>
          <a:xfrm>
            <a:off x="3624186" y="2570318"/>
            <a:ext cx="589481" cy="397403"/>
          </a:xfrm>
          <a:prstGeom prst="rect">
            <a:avLst/>
          </a:prstGeom>
          <a:noFill/>
          <a:ln>
            <a:noFill/>
          </a:ln>
        </p:spPr>
      </p:pic>
      <p:sp>
        <p:nvSpPr>
          <p:cNvPr id="385" name="Google Shape;385;p40"/>
          <p:cNvSpPr txBox="1">
            <a:spLocks noGrp="1"/>
          </p:cNvSpPr>
          <p:nvPr>
            <p:ph type="title"/>
          </p:nvPr>
        </p:nvSpPr>
        <p:spPr>
          <a:xfrm>
            <a:off x="385050" y="267300"/>
            <a:ext cx="8281800" cy="4875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2000"/>
              <a:t>Traction | Pipeline</a:t>
            </a:r>
            <a:endParaRPr sz="2000"/>
          </a:p>
        </p:txBody>
      </p:sp>
      <p:sp>
        <p:nvSpPr>
          <p:cNvPr id="386" name="Google Shape;386;p40"/>
          <p:cNvSpPr txBox="1"/>
          <p:nvPr/>
        </p:nvSpPr>
        <p:spPr>
          <a:xfrm>
            <a:off x="6114175" y="280400"/>
            <a:ext cx="304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387" name="Google Shape;387;p40"/>
          <p:cNvSpPr txBox="1"/>
          <p:nvPr/>
        </p:nvSpPr>
        <p:spPr>
          <a:xfrm>
            <a:off x="4572000" y="310000"/>
            <a:ext cx="3924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Potential revenue from the current pipeline exceeds $2m ARR</a:t>
            </a:r>
            <a:endParaRPr b="1"/>
          </a:p>
        </p:txBody>
      </p:sp>
      <p:pic>
        <p:nvPicPr>
          <p:cNvPr id="388" name="Google Shape;388;p40"/>
          <p:cNvPicPr preferRelativeResize="0"/>
          <p:nvPr/>
        </p:nvPicPr>
        <p:blipFill>
          <a:blip r:embed="rId31">
            <a:alphaModFix/>
          </a:blip>
          <a:stretch>
            <a:fillRect/>
          </a:stretch>
        </p:blipFill>
        <p:spPr>
          <a:xfrm>
            <a:off x="3624166" y="3639618"/>
            <a:ext cx="792775" cy="551111"/>
          </a:xfrm>
          <a:prstGeom prst="rect">
            <a:avLst/>
          </a:prstGeom>
          <a:noFill/>
          <a:ln>
            <a:noFill/>
          </a:ln>
        </p:spPr>
      </p:pic>
      <p:pic>
        <p:nvPicPr>
          <p:cNvPr id="389" name="Google Shape;389;p40"/>
          <p:cNvPicPr preferRelativeResize="0"/>
          <p:nvPr/>
        </p:nvPicPr>
        <p:blipFill>
          <a:blip r:embed="rId32">
            <a:alphaModFix/>
          </a:blip>
          <a:stretch>
            <a:fillRect/>
          </a:stretch>
        </p:blipFill>
        <p:spPr>
          <a:xfrm>
            <a:off x="6364592" y="4273411"/>
            <a:ext cx="1082575" cy="6006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1"/>
          <p:cNvSpPr txBox="1">
            <a:spLocks noGrp="1"/>
          </p:cNvSpPr>
          <p:nvPr>
            <p:ph type="title"/>
          </p:nvPr>
        </p:nvSpPr>
        <p:spPr>
          <a:xfrm>
            <a:off x="385050" y="267300"/>
            <a:ext cx="8281800" cy="4875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2000"/>
              <a:t>Financial Model </a:t>
            </a:r>
            <a:endParaRPr sz="2000"/>
          </a:p>
        </p:txBody>
      </p:sp>
      <p:pic>
        <p:nvPicPr>
          <p:cNvPr id="395" name="Google Shape;395;p41"/>
          <p:cNvPicPr preferRelativeResize="0"/>
          <p:nvPr/>
        </p:nvPicPr>
        <p:blipFill>
          <a:blip r:embed="rId3">
            <a:alphaModFix/>
          </a:blip>
          <a:stretch>
            <a:fillRect/>
          </a:stretch>
        </p:blipFill>
        <p:spPr>
          <a:xfrm>
            <a:off x="466375" y="1465450"/>
            <a:ext cx="4105625" cy="2858242"/>
          </a:xfrm>
          <a:prstGeom prst="rect">
            <a:avLst/>
          </a:prstGeom>
          <a:noFill/>
          <a:ln>
            <a:noFill/>
          </a:ln>
        </p:spPr>
      </p:pic>
      <p:sp>
        <p:nvSpPr>
          <p:cNvPr id="396" name="Google Shape;396;p41"/>
          <p:cNvSpPr txBox="1"/>
          <p:nvPr/>
        </p:nvSpPr>
        <p:spPr>
          <a:xfrm>
            <a:off x="385050" y="819750"/>
            <a:ext cx="779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rPr>
              <a:t>Forecasting $6M ARR in 24 Months.</a:t>
            </a:r>
            <a:endParaRPr b="1">
              <a:solidFill>
                <a:schemeClr val="dk1"/>
              </a:solidFill>
            </a:endParaRPr>
          </a:p>
        </p:txBody>
      </p:sp>
      <p:pic>
        <p:nvPicPr>
          <p:cNvPr id="397" name="Google Shape;397;p41"/>
          <p:cNvPicPr preferRelativeResize="0"/>
          <p:nvPr/>
        </p:nvPicPr>
        <p:blipFill>
          <a:blip r:embed="rId4">
            <a:alphaModFix/>
          </a:blip>
          <a:stretch>
            <a:fillRect/>
          </a:stretch>
        </p:blipFill>
        <p:spPr>
          <a:xfrm>
            <a:off x="4791675" y="1465450"/>
            <a:ext cx="4105625" cy="28582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42"/>
          <p:cNvSpPr/>
          <p:nvPr/>
        </p:nvSpPr>
        <p:spPr>
          <a:xfrm>
            <a:off x="385050" y="1282625"/>
            <a:ext cx="7878000" cy="487500"/>
          </a:xfrm>
          <a:prstGeom prst="rect">
            <a:avLst/>
          </a:prstGeom>
          <a:solidFill>
            <a:srgbClr val="0000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 name="Google Shape;403;p42"/>
          <p:cNvSpPr txBox="1">
            <a:spLocks noGrp="1"/>
          </p:cNvSpPr>
          <p:nvPr>
            <p:ph type="title"/>
          </p:nvPr>
        </p:nvSpPr>
        <p:spPr>
          <a:xfrm>
            <a:off x="385050" y="267300"/>
            <a:ext cx="8281800" cy="4875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2000" dirty="0"/>
              <a:t>Raising $5M</a:t>
            </a:r>
            <a:endParaRPr sz="2000" dirty="0"/>
          </a:p>
        </p:txBody>
      </p:sp>
      <p:pic>
        <p:nvPicPr>
          <p:cNvPr id="404" name="Google Shape;404;p42"/>
          <p:cNvPicPr preferRelativeResize="0"/>
          <p:nvPr/>
        </p:nvPicPr>
        <p:blipFill>
          <a:blip r:embed="rId3">
            <a:alphaModFix/>
          </a:blip>
          <a:stretch>
            <a:fillRect/>
          </a:stretch>
        </p:blipFill>
        <p:spPr>
          <a:xfrm>
            <a:off x="4840488" y="2056550"/>
            <a:ext cx="768925" cy="768925"/>
          </a:xfrm>
          <a:prstGeom prst="rect">
            <a:avLst/>
          </a:prstGeom>
          <a:noFill/>
          <a:ln>
            <a:noFill/>
          </a:ln>
        </p:spPr>
      </p:pic>
      <p:sp>
        <p:nvSpPr>
          <p:cNvPr id="405" name="Google Shape;405;p42"/>
          <p:cNvSpPr txBox="1"/>
          <p:nvPr/>
        </p:nvSpPr>
        <p:spPr>
          <a:xfrm>
            <a:off x="5723350" y="2056550"/>
            <a:ext cx="2840620" cy="305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t>Engineering:</a:t>
            </a:r>
            <a:endParaRPr dirty="0"/>
          </a:p>
          <a:p>
            <a:pPr marL="0" lvl="0" indent="0" algn="l" rtl="0">
              <a:spcBef>
                <a:spcPts val="0"/>
              </a:spcBef>
              <a:spcAft>
                <a:spcPts val="0"/>
              </a:spcAft>
              <a:buNone/>
            </a:pPr>
            <a:r>
              <a:rPr lang="en" dirty="0"/>
              <a:t>Setting up a generative AI team</a:t>
            </a:r>
            <a:endParaRPr dirty="0"/>
          </a:p>
          <a:p>
            <a:pPr marL="0" lvl="0" indent="0" algn="l" rtl="0">
              <a:spcBef>
                <a:spcPts val="0"/>
              </a:spcBef>
              <a:spcAft>
                <a:spcPts val="0"/>
              </a:spcAft>
              <a:buNone/>
            </a:pPr>
            <a:r>
              <a:rPr lang="en" dirty="0"/>
              <a:t>Product development to double down on Privileged Access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lang="en" b="1" dirty="0"/>
          </a:p>
          <a:p>
            <a:pPr marL="0" lvl="0" indent="0" algn="l" rtl="0">
              <a:spcBef>
                <a:spcPts val="0"/>
              </a:spcBef>
              <a:spcAft>
                <a:spcPts val="0"/>
              </a:spcAft>
              <a:buNone/>
            </a:pPr>
            <a:r>
              <a:rPr lang="en" b="1" dirty="0"/>
              <a:t>GTM / Lead Generation</a:t>
            </a:r>
            <a:endParaRPr b="1" dirty="0"/>
          </a:p>
          <a:p>
            <a:pPr marL="0" lvl="0" indent="0" algn="l" rtl="0">
              <a:spcBef>
                <a:spcPts val="0"/>
              </a:spcBef>
              <a:spcAft>
                <a:spcPts val="0"/>
              </a:spcAft>
              <a:buNone/>
            </a:pPr>
            <a:r>
              <a:rPr lang="en" dirty="0"/>
              <a:t>Reddit, Google Ads</a:t>
            </a:r>
            <a:endParaRPr dirty="0"/>
          </a:p>
          <a:p>
            <a:pPr marL="0" lvl="0" indent="0" algn="l" rtl="0">
              <a:spcBef>
                <a:spcPts val="0"/>
              </a:spcBef>
              <a:spcAft>
                <a:spcPts val="0"/>
              </a:spcAft>
              <a:buNone/>
            </a:pPr>
            <a:r>
              <a:rPr lang="en" dirty="0"/>
              <a:t>AI Powered SEO</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pic>
        <p:nvPicPr>
          <p:cNvPr id="406" name="Google Shape;406;p42"/>
          <p:cNvPicPr preferRelativeResize="0"/>
          <p:nvPr/>
        </p:nvPicPr>
        <p:blipFill>
          <a:blip r:embed="rId4">
            <a:alphaModFix/>
          </a:blip>
          <a:stretch>
            <a:fillRect/>
          </a:stretch>
        </p:blipFill>
        <p:spPr>
          <a:xfrm>
            <a:off x="4822250" y="3374775"/>
            <a:ext cx="805400" cy="899576"/>
          </a:xfrm>
          <a:prstGeom prst="rect">
            <a:avLst/>
          </a:prstGeom>
          <a:noFill/>
          <a:ln>
            <a:noFill/>
          </a:ln>
        </p:spPr>
      </p:pic>
      <p:sp>
        <p:nvSpPr>
          <p:cNvPr id="407" name="Google Shape;407;p42"/>
          <p:cNvSpPr txBox="1"/>
          <p:nvPr/>
        </p:nvSpPr>
        <p:spPr>
          <a:xfrm>
            <a:off x="4822250" y="1328153"/>
            <a:ext cx="4178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rPr>
              <a:t>Use of Funds</a:t>
            </a:r>
            <a:endParaRPr b="1">
              <a:solidFill>
                <a:schemeClr val="lt1"/>
              </a:solidFill>
            </a:endParaRPr>
          </a:p>
        </p:txBody>
      </p:sp>
      <p:sp>
        <p:nvSpPr>
          <p:cNvPr id="408" name="Google Shape;408;p42"/>
          <p:cNvSpPr txBox="1"/>
          <p:nvPr/>
        </p:nvSpPr>
        <p:spPr>
          <a:xfrm>
            <a:off x="1465475" y="1900775"/>
            <a:ext cx="2589900" cy="305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b="1" dirty="0"/>
          </a:p>
          <a:p>
            <a:pPr marL="0" lvl="0" indent="0" algn="l" rtl="0">
              <a:spcBef>
                <a:spcPts val="0"/>
              </a:spcBef>
              <a:spcAft>
                <a:spcPts val="0"/>
              </a:spcAft>
              <a:buClr>
                <a:schemeClr val="dk1"/>
              </a:buClr>
              <a:buSzPts val="1100"/>
              <a:buFont typeface="Arial"/>
              <a:buNone/>
            </a:pPr>
            <a:r>
              <a:rPr lang="en" b="1" dirty="0">
                <a:solidFill>
                  <a:schemeClr val="dk1"/>
                </a:solidFill>
              </a:rPr>
              <a:t>Alpha Prototype</a:t>
            </a:r>
            <a:endParaRPr b="1" dirty="0">
              <a:solidFill>
                <a:schemeClr val="dk1"/>
              </a:solidFill>
            </a:endParaRPr>
          </a:p>
          <a:p>
            <a:pPr marL="0" lvl="0" indent="0" algn="l" rtl="0">
              <a:spcBef>
                <a:spcPts val="0"/>
              </a:spcBef>
              <a:spcAft>
                <a:spcPts val="0"/>
              </a:spcAft>
              <a:buNone/>
            </a:pPr>
            <a:r>
              <a:rPr lang="en" dirty="0">
                <a:solidFill>
                  <a:schemeClr val="dk1"/>
                </a:solidFill>
              </a:rPr>
              <a:t>Shipped a product prototype</a:t>
            </a:r>
            <a:endParaRPr dirty="0">
              <a:solidFill>
                <a:schemeClr val="dk1"/>
              </a:solidFill>
            </a:endParaRPr>
          </a:p>
          <a:p>
            <a:pPr marL="0" lvl="0" indent="0" algn="l" rtl="0">
              <a:spcBef>
                <a:spcPts val="0"/>
              </a:spcBef>
              <a:spcAft>
                <a:spcPts val="0"/>
              </a:spcAft>
              <a:buNone/>
            </a:pPr>
            <a:r>
              <a:rPr lang="en" dirty="0">
                <a:solidFill>
                  <a:schemeClr val="dk1"/>
                </a:solidFill>
              </a:rPr>
              <a:t>With two (3) customer POC implementations</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r>
              <a:rPr lang="en" b="1" dirty="0"/>
              <a:t>Burn rate </a:t>
            </a:r>
            <a:r>
              <a:rPr lang="en" b="1" dirty="0" err="1"/>
              <a:t>approx</a:t>
            </a:r>
            <a:r>
              <a:rPr lang="en" b="1" dirty="0"/>
              <a:t> $25k a month:</a:t>
            </a:r>
            <a:endParaRPr dirty="0"/>
          </a:p>
          <a:p>
            <a:pPr marL="0" lvl="0" indent="0" algn="l" rtl="0">
              <a:spcBef>
                <a:spcPts val="0"/>
              </a:spcBef>
              <a:spcAft>
                <a:spcPts val="0"/>
              </a:spcAft>
              <a:buNone/>
            </a:pPr>
            <a:r>
              <a:rPr lang="en" dirty="0"/>
              <a:t>Product engineering team</a:t>
            </a:r>
            <a:endParaRPr dirty="0"/>
          </a:p>
          <a:p>
            <a:pPr marL="0" lvl="0" indent="0" algn="l" rtl="0">
              <a:spcBef>
                <a:spcPts val="0"/>
              </a:spcBef>
              <a:spcAft>
                <a:spcPts val="0"/>
              </a:spcAft>
              <a:buNone/>
            </a:pPr>
            <a:r>
              <a:rPr lang="en" dirty="0"/>
              <a:t>Outsourced sales gen team</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409" name="Google Shape;409;p42"/>
          <p:cNvSpPr txBox="1"/>
          <p:nvPr/>
        </p:nvSpPr>
        <p:spPr>
          <a:xfrm>
            <a:off x="385050" y="1326275"/>
            <a:ext cx="284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rPr>
              <a:t>So Far</a:t>
            </a:r>
            <a:endParaRPr b="1">
              <a:solidFill>
                <a:schemeClr val="lt1"/>
              </a:solidFill>
            </a:endParaRPr>
          </a:p>
        </p:txBody>
      </p:sp>
      <p:pic>
        <p:nvPicPr>
          <p:cNvPr id="410" name="Google Shape;410;p42"/>
          <p:cNvPicPr preferRelativeResize="0"/>
          <p:nvPr/>
        </p:nvPicPr>
        <p:blipFill>
          <a:blip r:embed="rId5">
            <a:alphaModFix/>
          </a:blip>
          <a:stretch>
            <a:fillRect/>
          </a:stretch>
        </p:blipFill>
        <p:spPr>
          <a:xfrm>
            <a:off x="296706" y="3440102"/>
            <a:ext cx="1155472" cy="768925"/>
          </a:xfrm>
          <a:prstGeom prst="rect">
            <a:avLst/>
          </a:prstGeom>
          <a:noFill/>
          <a:ln>
            <a:noFill/>
          </a:ln>
        </p:spPr>
      </p:pic>
      <p:pic>
        <p:nvPicPr>
          <p:cNvPr id="411" name="Google Shape;411;p42"/>
          <p:cNvPicPr preferRelativeResize="0"/>
          <p:nvPr/>
        </p:nvPicPr>
        <p:blipFill>
          <a:blip r:embed="rId6">
            <a:alphaModFix/>
          </a:blip>
          <a:stretch>
            <a:fillRect/>
          </a:stretch>
        </p:blipFill>
        <p:spPr>
          <a:xfrm>
            <a:off x="385050" y="2217036"/>
            <a:ext cx="978774" cy="523941"/>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5"/>
        <p:cNvGrpSpPr/>
        <p:nvPr/>
      </p:nvGrpSpPr>
      <p:grpSpPr>
        <a:xfrm>
          <a:off x="0" y="0"/>
          <a:ext cx="0" cy="0"/>
          <a:chOff x="0" y="0"/>
          <a:chExt cx="0" cy="0"/>
        </a:xfrm>
      </p:grpSpPr>
      <p:sp>
        <p:nvSpPr>
          <p:cNvPr id="416" name="Google Shape;416;p43"/>
          <p:cNvSpPr/>
          <p:nvPr/>
        </p:nvSpPr>
        <p:spPr>
          <a:xfrm>
            <a:off x="3488675" y="493475"/>
            <a:ext cx="5655300" cy="42231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17" name="Google Shape;417;p43"/>
          <p:cNvPicPr preferRelativeResize="0"/>
          <p:nvPr/>
        </p:nvPicPr>
        <p:blipFill>
          <a:blip r:embed="rId3">
            <a:alphaModFix/>
          </a:blip>
          <a:stretch>
            <a:fillRect/>
          </a:stretch>
        </p:blipFill>
        <p:spPr>
          <a:xfrm>
            <a:off x="4998542" y="3239035"/>
            <a:ext cx="1423975" cy="857990"/>
          </a:xfrm>
          <a:prstGeom prst="rect">
            <a:avLst/>
          </a:prstGeom>
          <a:noFill/>
          <a:ln>
            <a:noFill/>
          </a:ln>
        </p:spPr>
      </p:pic>
      <p:sp>
        <p:nvSpPr>
          <p:cNvPr id="418" name="Google Shape;418;p43"/>
          <p:cNvSpPr/>
          <p:nvPr/>
        </p:nvSpPr>
        <p:spPr>
          <a:xfrm>
            <a:off x="632079" y="0"/>
            <a:ext cx="7879800" cy="143400"/>
          </a:xfrm>
          <a:prstGeom prst="rect">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419" name="Google Shape;419;p43"/>
          <p:cNvSpPr txBox="1">
            <a:spLocks noGrp="1"/>
          </p:cNvSpPr>
          <p:nvPr>
            <p:ph type="title"/>
          </p:nvPr>
        </p:nvSpPr>
        <p:spPr>
          <a:xfrm>
            <a:off x="385050" y="267300"/>
            <a:ext cx="8281800" cy="4875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2000"/>
              <a:t>Team</a:t>
            </a:r>
            <a:endParaRPr sz="2000"/>
          </a:p>
        </p:txBody>
      </p:sp>
      <p:pic>
        <p:nvPicPr>
          <p:cNvPr id="420" name="Google Shape;420;p43"/>
          <p:cNvPicPr preferRelativeResize="0"/>
          <p:nvPr/>
        </p:nvPicPr>
        <p:blipFill>
          <a:blip r:embed="rId4">
            <a:alphaModFix/>
          </a:blip>
          <a:stretch>
            <a:fillRect/>
          </a:stretch>
        </p:blipFill>
        <p:spPr>
          <a:xfrm>
            <a:off x="473725" y="1320325"/>
            <a:ext cx="1104989" cy="1106650"/>
          </a:xfrm>
          <a:prstGeom prst="rect">
            <a:avLst/>
          </a:prstGeom>
          <a:noFill/>
          <a:ln>
            <a:noFill/>
          </a:ln>
        </p:spPr>
      </p:pic>
      <p:sp>
        <p:nvSpPr>
          <p:cNvPr id="421" name="Google Shape;421;p43"/>
          <p:cNvSpPr txBox="1"/>
          <p:nvPr/>
        </p:nvSpPr>
        <p:spPr>
          <a:xfrm>
            <a:off x="421314" y="2426975"/>
            <a:ext cx="1157400" cy="2108700"/>
          </a:xfrm>
          <a:prstGeom prst="rect">
            <a:avLst/>
          </a:prstGeom>
          <a:noFill/>
          <a:ln>
            <a:noFill/>
          </a:ln>
        </p:spPr>
        <p:txBody>
          <a:bodyPr spcFirstLastPara="1" wrap="square" lIns="91425" tIns="91425" rIns="91425" bIns="91425" anchor="t" anchorCtr="0">
            <a:spAutoFit/>
          </a:bodyPr>
          <a:lstStyle/>
          <a:p>
            <a:pPr marL="0" lvl="0" indent="0" algn="l" rtl="0">
              <a:spcBef>
                <a:spcPts val="500"/>
              </a:spcBef>
              <a:spcAft>
                <a:spcPts val="0"/>
              </a:spcAft>
              <a:buNone/>
            </a:pPr>
            <a:endParaRPr sz="1000" b="1">
              <a:solidFill>
                <a:schemeClr val="dk1"/>
              </a:solidFill>
            </a:endParaRPr>
          </a:p>
          <a:p>
            <a:pPr marL="0" lvl="0" indent="0" algn="l" rtl="0">
              <a:spcBef>
                <a:spcPts val="500"/>
              </a:spcBef>
              <a:spcAft>
                <a:spcPts val="0"/>
              </a:spcAft>
              <a:buNone/>
            </a:pPr>
            <a:r>
              <a:rPr lang="en" sz="1000" b="1">
                <a:solidFill>
                  <a:schemeClr val="dk1"/>
                </a:solidFill>
              </a:rPr>
              <a:t>Asif Ali</a:t>
            </a:r>
            <a:endParaRPr sz="1000" b="1">
              <a:solidFill>
                <a:schemeClr val="dk1"/>
              </a:solidFill>
            </a:endParaRPr>
          </a:p>
          <a:p>
            <a:pPr marL="0" lvl="0" indent="0" algn="l" rtl="0">
              <a:spcBef>
                <a:spcPts val="500"/>
              </a:spcBef>
              <a:spcAft>
                <a:spcPts val="0"/>
              </a:spcAft>
              <a:buNone/>
            </a:pPr>
            <a:r>
              <a:rPr lang="en" sz="1000">
                <a:solidFill>
                  <a:schemeClr val="dk1"/>
                </a:solidFill>
              </a:rPr>
              <a:t>Co-founder, CEO</a:t>
            </a:r>
            <a:endParaRPr sz="1000">
              <a:solidFill>
                <a:schemeClr val="dk1"/>
              </a:solidFill>
            </a:endParaRPr>
          </a:p>
          <a:p>
            <a:pPr marL="0" lvl="0" indent="0" algn="l" rtl="0">
              <a:spcBef>
                <a:spcPts val="500"/>
              </a:spcBef>
              <a:spcAft>
                <a:spcPts val="0"/>
              </a:spcAft>
              <a:buNone/>
            </a:pPr>
            <a:r>
              <a:rPr lang="en" sz="1000">
                <a:solidFill>
                  <a:schemeClr val="dk1"/>
                </a:solidFill>
              </a:rPr>
              <a:t>20+ years of engineering + PLG experience.</a:t>
            </a:r>
            <a:endParaRPr sz="1000">
              <a:solidFill>
                <a:schemeClr val="dk1"/>
              </a:solidFill>
            </a:endParaRPr>
          </a:p>
          <a:p>
            <a:pPr marL="0" lvl="0" indent="0" algn="l" rtl="0">
              <a:spcBef>
                <a:spcPts val="500"/>
              </a:spcBef>
              <a:spcAft>
                <a:spcPts val="0"/>
              </a:spcAft>
              <a:buNone/>
            </a:pPr>
            <a:endParaRPr sz="1000">
              <a:solidFill>
                <a:schemeClr val="dk1"/>
              </a:solidFill>
            </a:endParaRPr>
          </a:p>
          <a:p>
            <a:pPr marL="0" lvl="0" indent="0" algn="l" rtl="0">
              <a:spcBef>
                <a:spcPts val="500"/>
              </a:spcBef>
              <a:spcAft>
                <a:spcPts val="0"/>
              </a:spcAft>
              <a:buNone/>
            </a:pPr>
            <a:endParaRPr sz="1000">
              <a:solidFill>
                <a:schemeClr val="dk1"/>
              </a:solidFill>
            </a:endParaRPr>
          </a:p>
          <a:p>
            <a:pPr marL="0" lvl="0" indent="0" algn="l" rtl="0">
              <a:spcBef>
                <a:spcPts val="500"/>
              </a:spcBef>
              <a:spcAft>
                <a:spcPts val="0"/>
              </a:spcAft>
              <a:buNone/>
            </a:pPr>
            <a:endParaRPr sz="1000">
              <a:solidFill>
                <a:schemeClr val="dk1"/>
              </a:solidFill>
            </a:endParaRPr>
          </a:p>
          <a:p>
            <a:pPr marL="0" lvl="0" indent="0" algn="l" rtl="0">
              <a:spcBef>
                <a:spcPts val="0"/>
              </a:spcBef>
              <a:spcAft>
                <a:spcPts val="0"/>
              </a:spcAft>
              <a:buNone/>
            </a:pPr>
            <a:endParaRPr sz="1000"/>
          </a:p>
        </p:txBody>
      </p:sp>
      <p:pic>
        <p:nvPicPr>
          <p:cNvPr id="422" name="Google Shape;422;p43"/>
          <p:cNvPicPr preferRelativeResize="0"/>
          <p:nvPr/>
        </p:nvPicPr>
        <p:blipFill>
          <a:blip r:embed="rId5">
            <a:alphaModFix/>
          </a:blip>
          <a:stretch>
            <a:fillRect/>
          </a:stretch>
        </p:blipFill>
        <p:spPr>
          <a:xfrm>
            <a:off x="448875" y="3821450"/>
            <a:ext cx="1102300" cy="275575"/>
          </a:xfrm>
          <a:prstGeom prst="rect">
            <a:avLst/>
          </a:prstGeom>
          <a:noFill/>
          <a:ln>
            <a:noFill/>
          </a:ln>
        </p:spPr>
      </p:pic>
      <p:pic>
        <p:nvPicPr>
          <p:cNvPr id="423" name="Google Shape;423;p43"/>
          <p:cNvPicPr preferRelativeResize="0"/>
          <p:nvPr/>
        </p:nvPicPr>
        <p:blipFill>
          <a:blip r:embed="rId6">
            <a:alphaModFix/>
          </a:blip>
          <a:stretch>
            <a:fillRect/>
          </a:stretch>
        </p:blipFill>
        <p:spPr>
          <a:xfrm>
            <a:off x="473726" y="4174025"/>
            <a:ext cx="1512717" cy="275575"/>
          </a:xfrm>
          <a:prstGeom prst="rect">
            <a:avLst/>
          </a:prstGeom>
          <a:noFill/>
          <a:ln>
            <a:noFill/>
          </a:ln>
        </p:spPr>
      </p:pic>
      <p:pic>
        <p:nvPicPr>
          <p:cNvPr id="424" name="Google Shape;424;p43"/>
          <p:cNvPicPr preferRelativeResize="0"/>
          <p:nvPr/>
        </p:nvPicPr>
        <p:blipFill>
          <a:blip r:embed="rId7">
            <a:alphaModFix/>
          </a:blip>
          <a:stretch>
            <a:fillRect/>
          </a:stretch>
        </p:blipFill>
        <p:spPr>
          <a:xfrm>
            <a:off x="2161800" y="1320325"/>
            <a:ext cx="1102300" cy="1102300"/>
          </a:xfrm>
          <a:prstGeom prst="rect">
            <a:avLst/>
          </a:prstGeom>
          <a:noFill/>
          <a:ln>
            <a:noFill/>
          </a:ln>
        </p:spPr>
      </p:pic>
      <p:sp>
        <p:nvSpPr>
          <p:cNvPr id="425" name="Google Shape;425;p43"/>
          <p:cNvSpPr txBox="1"/>
          <p:nvPr/>
        </p:nvSpPr>
        <p:spPr>
          <a:xfrm>
            <a:off x="2161789" y="2571750"/>
            <a:ext cx="1157400" cy="1890600"/>
          </a:xfrm>
          <a:prstGeom prst="rect">
            <a:avLst/>
          </a:prstGeom>
          <a:noFill/>
          <a:ln>
            <a:noFill/>
          </a:ln>
        </p:spPr>
        <p:txBody>
          <a:bodyPr spcFirstLastPara="1" wrap="square" lIns="91425" tIns="91425" rIns="91425" bIns="91425" anchor="t" anchorCtr="0">
            <a:spAutoFit/>
          </a:bodyPr>
          <a:lstStyle/>
          <a:p>
            <a:pPr marL="0" lvl="0" indent="0" algn="l" rtl="0">
              <a:spcBef>
                <a:spcPts val="500"/>
              </a:spcBef>
              <a:spcAft>
                <a:spcPts val="0"/>
              </a:spcAft>
              <a:buNone/>
            </a:pPr>
            <a:r>
              <a:rPr lang="en" sz="1000" b="1">
                <a:solidFill>
                  <a:schemeClr val="dk1"/>
                </a:solidFill>
              </a:rPr>
              <a:t>Hussain</a:t>
            </a:r>
            <a:endParaRPr sz="1000" b="1">
              <a:solidFill>
                <a:schemeClr val="dk1"/>
              </a:solidFill>
            </a:endParaRPr>
          </a:p>
          <a:p>
            <a:pPr marL="0" lvl="0" indent="0" algn="l" rtl="0">
              <a:spcBef>
                <a:spcPts val="500"/>
              </a:spcBef>
              <a:spcAft>
                <a:spcPts val="0"/>
              </a:spcAft>
              <a:buNone/>
            </a:pPr>
            <a:r>
              <a:rPr lang="en" sz="1000">
                <a:solidFill>
                  <a:schemeClr val="dk1"/>
                </a:solidFill>
              </a:rPr>
              <a:t>Co-founder, CTO</a:t>
            </a:r>
            <a:endParaRPr sz="1000">
              <a:solidFill>
                <a:schemeClr val="dk1"/>
              </a:solidFill>
            </a:endParaRPr>
          </a:p>
          <a:p>
            <a:pPr marL="0" lvl="0" indent="0" algn="l" rtl="0">
              <a:spcBef>
                <a:spcPts val="500"/>
              </a:spcBef>
              <a:spcAft>
                <a:spcPts val="0"/>
              </a:spcAft>
              <a:buNone/>
            </a:pPr>
            <a:r>
              <a:rPr lang="en" sz="1000">
                <a:solidFill>
                  <a:schemeClr val="dk1"/>
                </a:solidFill>
              </a:rPr>
              <a:t>15+ years of engineering experience.</a:t>
            </a:r>
            <a:endParaRPr sz="1000">
              <a:solidFill>
                <a:schemeClr val="dk1"/>
              </a:solidFill>
            </a:endParaRPr>
          </a:p>
          <a:p>
            <a:pPr marL="0" lvl="0" indent="0" algn="l" rtl="0">
              <a:spcBef>
                <a:spcPts val="500"/>
              </a:spcBef>
              <a:spcAft>
                <a:spcPts val="0"/>
              </a:spcAft>
              <a:buNone/>
            </a:pPr>
            <a:endParaRPr sz="1000">
              <a:solidFill>
                <a:schemeClr val="dk1"/>
              </a:solidFill>
            </a:endParaRPr>
          </a:p>
          <a:p>
            <a:pPr marL="0" lvl="0" indent="0" algn="l" rtl="0">
              <a:spcBef>
                <a:spcPts val="500"/>
              </a:spcBef>
              <a:spcAft>
                <a:spcPts val="0"/>
              </a:spcAft>
              <a:buNone/>
            </a:pPr>
            <a:endParaRPr sz="1000">
              <a:solidFill>
                <a:schemeClr val="dk1"/>
              </a:solidFill>
            </a:endParaRPr>
          </a:p>
          <a:p>
            <a:pPr marL="0" lvl="0" indent="0" algn="l" rtl="0">
              <a:spcBef>
                <a:spcPts val="500"/>
              </a:spcBef>
              <a:spcAft>
                <a:spcPts val="0"/>
              </a:spcAft>
              <a:buNone/>
            </a:pPr>
            <a:endParaRPr sz="1000">
              <a:solidFill>
                <a:schemeClr val="dk1"/>
              </a:solidFill>
            </a:endParaRPr>
          </a:p>
          <a:p>
            <a:pPr marL="0" lvl="0" indent="0" algn="l" rtl="0">
              <a:spcBef>
                <a:spcPts val="0"/>
              </a:spcBef>
              <a:spcAft>
                <a:spcPts val="0"/>
              </a:spcAft>
              <a:buNone/>
            </a:pPr>
            <a:endParaRPr sz="1000"/>
          </a:p>
        </p:txBody>
      </p:sp>
      <p:pic>
        <p:nvPicPr>
          <p:cNvPr id="426" name="Google Shape;426;p43"/>
          <p:cNvPicPr preferRelativeResize="0"/>
          <p:nvPr/>
        </p:nvPicPr>
        <p:blipFill>
          <a:blip r:embed="rId8">
            <a:alphaModFix/>
          </a:blip>
          <a:stretch>
            <a:fillRect/>
          </a:stretch>
        </p:blipFill>
        <p:spPr>
          <a:xfrm>
            <a:off x="2217500" y="3654650"/>
            <a:ext cx="697375" cy="697375"/>
          </a:xfrm>
          <a:prstGeom prst="rect">
            <a:avLst/>
          </a:prstGeom>
          <a:noFill/>
          <a:ln>
            <a:noFill/>
          </a:ln>
        </p:spPr>
      </p:pic>
      <p:pic>
        <p:nvPicPr>
          <p:cNvPr id="427" name="Google Shape;427;p43"/>
          <p:cNvPicPr preferRelativeResize="0"/>
          <p:nvPr/>
        </p:nvPicPr>
        <p:blipFill>
          <a:blip r:embed="rId9">
            <a:alphaModFix/>
          </a:blip>
          <a:stretch>
            <a:fillRect/>
          </a:stretch>
        </p:blipFill>
        <p:spPr>
          <a:xfrm>
            <a:off x="3899600" y="1322500"/>
            <a:ext cx="1102300" cy="1102300"/>
          </a:xfrm>
          <a:prstGeom prst="rect">
            <a:avLst/>
          </a:prstGeom>
          <a:noFill/>
          <a:ln>
            <a:noFill/>
          </a:ln>
        </p:spPr>
      </p:pic>
      <p:sp>
        <p:nvSpPr>
          <p:cNvPr id="428" name="Google Shape;428;p43"/>
          <p:cNvSpPr txBox="1"/>
          <p:nvPr/>
        </p:nvSpPr>
        <p:spPr>
          <a:xfrm>
            <a:off x="3902264" y="2568875"/>
            <a:ext cx="1157400" cy="1582800"/>
          </a:xfrm>
          <a:prstGeom prst="rect">
            <a:avLst/>
          </a:prstGeom>
          <a:noFill/>
          <a:ln>
            <a:noFill/>
          </a:ln>
        </p:spPr>
        <p:txBody>
          <a:bodyPr spcFirstLastPara="1" wrap="square" lIns="91425" tIns="91425" rIns="91425" bIns="91425" anchor="t" anchorCtr="0">
            <a:spAutoFit/>
          </a:bodyPr>
          <a:lstStyle/>
          <a:p>
            <a:pPr marL="0" lvl="0" indent="0" algn="l" rtl="0">
              <a:spcBef>
                <a:spcPts val="500"/>
              </a:spcBef>
              <a:spcAft>
                <a:spcPts val="0"/>
              </a:spcAft>
              <a:buNone/>
            </a:pPr>
            <a:r>
              <a:rPr lang="en" sz="1000" b="1">
                <a:solidFill>
                  <a:schemeClr val="dk1"/>
                </a:solidFill>
              </a:rPr>
              <a:t>Umer Khan</a:t>
            </a:r>
            <a:endParaRPr sz="1000" b="1">
              <a:solidFill>
                <a:schemeClr val="dk1"/>
              </a:solidFill>
            </a:endParaRPr>
          </a:p>
          <a:p>
            <a:pPr marL="0" lvl="0" indent="0" algn="l" rtl="0">
              <a:spcBef>
                <a:spcPts val="500"/>
              </a:spcBef>
              <a:spcAft>
                <a:spcPts val="0"/>
              </a:spcAft>
              <a:buNone/>
            </a:pPr>
            <a:r>
              <a:rPr lang="en" sz="1000">
                <a:solidFill>
                  <a:schemeClr val="dk1"/>
                </a:solidFill>
              </a:rPr>
              <a:t>VP Cybersec,</a:t>
            </a:r>
            <a:endParaRPr sz="1000">
              <a:solidFill>
                <a:schemeClr val="dk1"/>
              </a:solidFill>
            </a:endParaRPr>
          </a:p>
          <a:p>
            <a:pPr marL="0" lvl="0" indent="0" algn="l" rtl="0">
              <a:spcBef>
                <a:spcPts val="500"/>
              </a:spcBef>
              <a:spcAft>
                <a:spcPts val="0"/>
              </a:spcAft>
              <a:buNone/>
            </a:pPr>
            <a:r>
              <a:rPr lang="en" sz="1000">
                <a:solidFill>
                  <a:schemeClr val="dk1"/>
                </a:solidFill>
              </a:rPr>
              <a:t>CISO </a:t>
            </a:r>
            <a:endParaRPr sz="1000">
              <a:solidFill>
                <a:schemeClr val="dk1"/>
              </a:solidFill>
            </a:endParaRPr>
          </a:p>
          <a:p>
            <a:pPr marL="0" lvl="0" indent="0" algn="l" rtl="0">
              <a:spcBef>
                <a:spcPts val="500"/>
              </a:spcBef>
              <a:spcAft>
                <a:spcPts val="0"/>
              </a:spcAft>
              <a:buNone/>
            </a:pPr>
            <a:endParaRPr sz="1000">
              <a:solidFill>
                <a:schemeClr val="dk1"/>
              </a:solidFill>
            </a:endParaRPr>
          </a:p>
          <a:p>
            <a:pPr marL="0" lvl="0" indent="0" algn="l" rtl="0">
              <a:spcBef>
                <a:spcPts val="500"/>
              </a:spcBef>
              <a:spcAft>
                <a:spcPts val="0"/>
              </a:spcAft>
              <a:buNone/>
            </a:pPr>
            <a:endParaRPr sz="1000">
              <a:solidFill>
                <a:schemeClr val="dk1"/>
              </a:solidFill>
            </a:endParaRPr>
          </a:p>
          <a:p>
            <a:pPr marL="0" lvl="0" indent="0" algn="l" rtl="0">
              <a:spcBef>
                <a:spcPts val="500"/>
              </a:spcBef>
              <a:spcAft>
                <a:spcPts val="0"/>
              </a:spcAft>
              <a:buNone/>
            </a:pPr>
            <a:endParaRPr sz="1000">
              <a:solidFill>
                <a:schemeClr val="dk1"/>
              </a:solidFill>
            </a:endParaRPr>
          </a:p>
          <a:p>
            <a:pPr marL="0" lvl="0" indent="0" algn="l" rtl="0">
              <a:spcBef>
                <a:spcPts val="0"/>
              </a:spcBef>
              <a:spcAft>
                <a:spcPts val="0"/>
              </a:spcAft>
              <a:buNone/>
            </a:pPr>
            <a:endParaRPr sz="1000"/>
          </a:p>
        </p:txBody>
      </p:sp>
      <p:pic>
        <p:nvPicPr>
          <p:cNvPr id="429" name="Google Shape;429;p43"/>
          <p:cNvPicPr preferRelativeResize="0"/>
          <p:nvPr/>
        </p:nvPicPr>
        <p:blipFill>
          <a:blip r:embed="rId10">
            <a:alphaModFix/>
          </a:blip>
          <a:stretch>
            <a:fillRect/>
          </a:stretch>
        </p:blipFill>
        <p:spPr>
          <a:xfrm>
            <a:off x="3902275" y="3387608"/>
            <a:ext cx="1052575" cy="208169"/>
          </a:xfrm>
          <a:prstGeom prst="rect">
            <a:avLst/>
          </a:prstGeom>
          <a:noFill/>
          <a:ln>
            <a:noFill/>
          </a:ln>
        </p:spPr>
      </p:pic>
      <p:pic>
        <p:nvPicPr>
          <p:cNvPr id="430" name="Google Shape;430;p43"/>
          <p:cNvPicPr preferRelativeResize="0"/>
          <p:nvPr/>
        </p:nvPicPr>
        <p:blipFill>
          <a:blip r:embed="rId11">
            <a:alphaModFix/>
          </a:blip>
          <a:stretch>
            <a:fillRect/>
          </a:stretch>
        </p:blipFill>
        <p:spPr>
          <a:xfrm>
            <a:off x="3991100" y="3764975"/>
            <a:ext cx="697375" cy="697375"/>
          </a:xfrm>
          <a:prstGeom prst="rect">
            <a:avLst/>
          </a:prstGeom>
          <a:noFill/>
          <a:ln>
            <a:noFill/>
          </a:ln>
        </p:spPr>
      </p:pic>
      <p:pic>
        <p:nvPicPr>
          <p:cNvPr id="431" name="Google Shape;431;p43" descr="Nagi Prabhu | LinkedIn"/>
          <p:cNvPicPr preferRelativeResize="0"/>
          <p:nvPr/>
        </p:nvPicPr>
        <p:blipFill rotWithShape="1">
          <a:blip r:embed="rId12">
            <a:alphaModFix/>
          </a:blip>
          <a:srcRect/>
          <a:stretch/>
        </p:blipFill>
        <p:spPr>
          <a:xfrm>
            <a:off x="5273400" y="1331800"/>
            <a:ext cx="1102300" cy="1102300"/>
          </a:xfrm>
          <a:prstGeom prst="rect">
            <a:avLst/>
          </a:prstGeom>
          <a:noFill/>
          <a:ln>
            <a:noFill/>
          </a:ln>
        </p:spPr>
      </p:pic>
      <p:sp>
        <p:nvSpPr>
          <p:cNvPr id="432" name="Google Shape;432;p43"/>
          <p:cNvSpPr txBox="1"/>
          <p:nvPr/>
        </p:nvSpPr>
        <p:spPr>
          <a:xfrm>
            <a:off x="5360364" y="2568875"/>
            <a:ext cx="1157400" cy="1364700"/>
          </a:xfrm>
          <a:prstGeom prst="rect">
            <a:avLst/>
          </a:prstGeom>
          <a:noFill/>
          <a:ln>
            <a:noFill/>
          </a:ln>
        </p:spPr>
        <p:txBody>
          <a:bodyPr spcFirstLastPara="1" wrap="square" lIns="91425" tIns="91425" rIns="91425" bIns="91425" anchor="t" anchorCtr="0">
            <a:spAutoFit/>
          </a:bodyPr>
          <a:lstStyle/>
          <a:p>
            <a:pPr marL="0" lvl="0" indent="0" algn="l" rtl="0">
              <a:spcBef>
                <a:spcPts val="500"/>
              </a:spcBef>
              <a:spcAft>
                <a:spcPts val="0"/>
              </a:spcAft>
              <a:buNone/>
            </a:pPr>
            <a:r>
              <a:rPr lang="en" sz="1000" b="1" dirty="0" err="1">
                <a:solidFill>
                  <a:schemeClr val="dk1"/>
                </a:solidFill>
              </a:rPr>
              <a:t>Nagi</a:t>
            </a:r>
            <a:r>
              <a:rPr lang="en" sz="1000" b="1" dirty="0">
                <a:solidFill>
                  <a:schemeClr val="dk1"/>
                </a:solidFill>
              </a:rPr>
              <a:t> Prabhu</a:t>
            </a:r>
            <a:endParaRPr sz="1000" b="1" dirty="0">
              <a:solidFill>
                <a:schemeClr val="dk1"/>
              </a:solidFill>
            </a:endParaRPr>
          </a:p>
          <a:p>
            <a:pPr marL="0" lvl="0" indent="0" algn="l" rtl="0">
              <a:spcBef>
                <a:spcPts val="500"/>
              </a:spcBef>
              <a:spcAft>
                <a:spcPts val="0"/>
              </a:spcAft>
              <a:buNone/>
            </a:pPr>
            <a:r>
              <a:rPr lang="en" sz="1000" dirty="0">
                <a:solidFill>
                  <a:schemeClr val="dk1"/>
                </a:solidFill>
              </a:rPr>
              <a:t>CPO</a:t>
            </a:r>
            <a:endParaRPr sz="1000" dirty="0">
              <a:solidFill>
                <a:schemeClr val="dk1"/>
              </a:solidFill>
            </a:endParaRPr>
          </a:p>
          <a:p>
            <a:pPr marL="0" lvl="0" indent="0" algn="l" rtl="0">
              <a:spcBef>
                <a:spcPts val="500"/>
              </a:spcBef>
              <a:spcAft>
                <a:spcPts val="0"/>
              </a:spcAft>
              <a:buNone/>
            </a:pPr>
            <a:endParaRPr sz="1000" b="1" dirty="0">
              <a:solidFill>
                <a:schemeClr val="dk1"/>
              </a:solidFill>
            </a:endParaRPr>
          </a:p>
          <a:p>
            <a:pPr marL="0" lvl="0" indent="0" algn="l" rtl="0">
              <a:spcBef>
                <a:spcPts val="500"/>
              </a:spcBef>
              <a:spcAft>
                <a:spcPts val="0"/>
              </a:spcAft>
              <a:buNone/>
            </a:pPr>
            <a:endParaRPr sz="1000" b="1" dirty="0">
              <a:solidFill>
                <a:schemeClr val="dk1"/>
              </a:solidFill>
            </a:endParaRPr>
          </a:p>
          <a:p>
            <a:pPr marL="0" lvl="0" indent="0" algn="l" rtl="0">
              <a:spcBef>
                <a:spcPts val="500"/>
              </a:spcBef>
              <a:spcAft>
                <a:spcPts val="0"/>
              </a:spcAft>
              <a:buNone/>
            </a:pPr>
            <a:endParaRPr sz="1000" b="1" dirty="0">
              <a:solidFill>
                <a:schemeClr val="dk1"/>
              </a:solidFill>
            </a:endParaRPr>
          </a:p>
          <a:p>
            <a:pPr marL="0" lvl="0" indent="0" algn="l" rtl="0">
              <a:spcBef>
                <a:spcPts val="0"/>
              </a:spcBef>
              <a:spcAft>
                <a:spcPts val="0"/>
              </a:spcAft>
              <a:buNone/>
            </a:pPr>
            <a:endParaRPr sz="1000" b="1" dirty="0"/>
          </a:p>
        </p:txBody>
      </p:sp>
      <p:pic>
        <p:nvPicPr>
          <p:cNvPr id="433" name="Google Shape;433;p43"/>
          <p:cNvPicPr preferRelativeResize="0"/>
          <p:nvPr/>
        </p:nvPicPr>
        <p:blipFill>
          <a:blip r:embed="rId13">
            <a:alphaModFix/>
          </a:blip>
          <a:stretch>
            <a:fillRect/>
          </a:stretch>
        </p:blipFill>
        <p:spPr>
          <a:xfrm>
            <a:off x="5429219" y="3933575"/>
            <a:ext cx="487500" cy="487500"/>
          </a:xfrm>
          <a:prstGeom prst="rect">
            <a:avLst/>
          </a:prstGeom>
          <a:noFill/>
          <a:ln>
            <a:noFill/>
          </a:ln>
        </p:spPr>
      </p:pic>
      <p:pic>
        <p:nvPicPr>
          <p:cNvPr id="434" name="Google Shape;434;p43"/>
          <p:cNvPicPr preferRelativeResize="0"/>
          <p:nvPr/>
        </p:nvPicPr>
        <p:blipFill rotWithShape="1">
          <a:blip r:embed="rId14">
            <a:alphaModFix/>
          </a:blip>
          <a:srcRect/>
          <a:stretch/>
        </p:blipFill>
        <p:spPr>
          <a:xfrm>
            <a:off x="6647199" y="1391551"/>
            <a:ext cx="1244358" cy="1042550"/>
          </a:xfrm>
          <a:prstGeom prst="rect">
            <a:avLst/>
          </a:prstGeom>
          <a:noFill/>
          <a:ln>
            <a:noFill/>
          </a:ln>
        </p:spPr>
      </p:pic>
      <p:pic>
        <p:nvPicPr>
          <p:cNvPr id="435" name="Google Shape;435;p43"/>
          <p:cNvPicPr preferRelativeResize="0"/>
          <p:nvPr/>
        </p:nvPicPr>
        <p:blipFill>
          <a:blip r:embed="rId15">
            <a:alphaModFix/>
          </a:blip>
          <a:stretch>
            <a:fillRect/>
          </a:stretch>
        </p:blipFill>
        <p:spPr>
          <a:xfrm>
            <a:off x="6718225" y="3308699"/>
            <a:ext cx="943875" cy="615364"/>
          </a:xfrm>
          <a:prstGeom prst="rect">
            <a:avLst/>
          </a:prstGeom>
          <a:noFill/>
          <a:ln>
            <a:noFill/>
          </a:ln>
        </p:spPr>
      </p:pic>
      <p:sp>
        <p:nvSpPr>
          <p:cNvPr id="436" name="Google Shape;436;p43"/>
          <p:cNvSpPr txBox="1"/>
          <p:nvPr/>
        </p:nvSpPr>
        <p:spPr>
          <a:xfrm>
            <a:off x="6690664" y="2601725"/>
            <a:ext cx="11574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Font typeface="Arial"/>
              <a:buNone/>
            </a:pPr>
            <a:r>
              <a:rPr lang="en" sz="800" b="1">
                <a:solidFill>
                  <a:schemeClr val="dk1"/>
                </a:solidFill>
              </a:rPr>
              <a:t>Raghu Toppur</a:t>
            </a:r>
            <a:endParaRPr sz="800" b="1">
              <a:solidFill>
                <a:schemeClr val="dk1"/>
              </a:solidFill>
            </a:endParaRPr>
          </a:p>
          <a:p>
            <a:pPr marL="0" lvl="0" indent="0" algn="ctr" rtl="0">
              <a:spcBef>
                <a:spcPts val="0"/>
              </a:spcBef>
              <a:spcAft>
                <a:spcPts val="0"/>
              </a:spcAft>
              <a:buClr>
                <a:schemeClr val="dk1"/>
              </a:buClr>
              <a:buFont typeface="Arial"/>
              <a:buNone/>
            </a:pPr>
            <a:r>
              <a:rPr lang="en" sz="800">
                <a:solidFill>
                  <a:schemeClr val="dk1"/>
                </a:solidFill>
              </a:rPr>
              <a:t>Platform Engineering</a:t>
            </a:r>
            <a:endParaRPr sz="1100">
              <a:solidFill>
                <a:schemeClr val="dk1"/>
              </a:solidFill>
            </a:endParaRPr>
          </a:p>
          <a:p>
            <a:pPr marL="0" lvl="0" indent="0" algn="ctr" rtl="0">
              <a:spcBef>
                <a:spcPts val="0"/>
              </a:spcBef>
              <a:spcAft>
                <a:spcPts val="0"/>
              </a:spcAft>
              <a:buClr>
                <a:schemeClr val="dk1"/>
              </a:buClr>
              <a:buFont typeface="Arial"/>
              <a:buNone/>
            </a:pPr>
            <a:r>
              <a:rPr lang="en" sz="800">
                <a:solidFill>
                  <a:schemeClr val="dk1"/>
                </a:solidFill>
              </a:rPr>
              <a:t>TikTok</a:t>
            </a:r>
            <a:endParaRPr sz="1100">
              <a:solidFill>
                <a:schemeClr val="dk1"/>
              </a:solidFill>
            </a:endParaRPr>
          </a:p>
          <a:p>
            <a:pPr marL="0" lvl="0" indent="0" algn="l" rtl="0">
              <a:spcBef>
                <a:spcPts val="0"/>
              </a:spcBef>
              <a:spcAft>
                <a:spcPts val="0"/>
              </a:spcAft>
              <a:buNone/>
            </a:pPr>
            <a:endParaRPr sz="1000" b="1">
              <a:solidFill>
                <a:schemeClr val="dk1"/>
              </a:solidFill>
            </a:endParaRPr>
          </a:p>
        </p:txBody>
      </p:sp>
      <p:sp>
        <p:nvSpPr>
          <p:cNvPr id="437" name="Google Shape;437;p43"/>
          <p:cNvSpPr txBox="1"/>
          <p:nvPr/>
        </p:nvSpPr>
        <p:spPr>
          <a:xfrm>
            <a:off x="4016675" y="567375"/>
            <a:ext cx="5175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Advisors</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44"/>
          <p:cNvSpPr txBox="1">
            <a:spLocks noGrp="1"/>
          </p:cNvSpPr>
          <p:nvPr>
            <p:ph type="title"/>
          </p:nvPr>
        </p:nvSpPr>
        <p:spPr>
          <a:xfrm>
            <a:off x="431100" y="267300"/>
            <a:ext cx="8281800" cy="4875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2000"/>
              <a:t>Vision</a:t>
            </a:r>
            <a:endParaRPr sz="2000"/>
          </a:p>
        </p:txBody>
      </p:sp>
      <p:sp>
        <p:nvSpPr>
          <p:cNvPr id="443" name="Google Shape;443;p44"/>
          <p:cNvSpPr/>
          <p:nvPr/>
        </p:nvSpPr>
        <p:spPr>
          <a:xfrm>
            <a:off x="760575" y="4023250"/>
            <a:ext cx="7321500" cy="604200"/>
          </a:xfrm>
          <a:prstGeom prst="rightArrow">
            <a:avLst>
              <a:gd name="adj1" fmla="val 50000"/>
              <a:gd name="adj2" fmla="val 50000"/>
            </a:avLst>
          </a:prstGeom>
          <a:gradFill>
            <a:gsLst>
              <a:gs pos="0">
                <a:srgbClr val="0000C6"/>
              </a:gs>
              <a:gs pos="0">
                <a:srgbClr val="4940C1"/>
              </a:gs>
              <a:gs pos="100000">
                <a:srgbClr val="9900FF"/>
              </a:gs>
            </a:gsLst>
            <a:lin ang="10800025"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 name="Google Shape;444;p44"/>
          <p:cNvSpPr/>
          <p:nvPr/>
        </p:nvSpPr>
        <p:spPr>
          <a:xfrm>
            <a:off x="760575" y="3127625"/>
            <a:ext cx="1862400" cy="789000"/>
          </a:xfrm>
          <a:prstGeom prst="rect">
            <a:avLst/>
          </a:prstGeom>
          <a:solidFill>
            <a:srgbClr val="00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 name="Google Shape;445;p44"/>
          <p:cNvSpPr/>
          <p:nvPr/>
        </p:nvSpPr>
        <p:spPr>
          <a:xfrm>
            <a:off x="863225" y="3045450"/>
            <a:ext cx="1862400" cy="789000"/>
          </a:xfrm>
          <a:prstGeom prst="rect">
            <a:avLst/>
          </a:prstGeom>
          <a:gradFill>
            <a:gsLst>
              <a:gs pos="0">
                <a:srgbClr val="0000C6"/>
              </a:gs>
              <a:gs pos="0">
                <a:srgbClr val="4940C1"/>
              </a:gs>
              <a:gs pos="100000">
                <a:srgbClr val="9900FF"/>
              </a:gs>
            </a:gsLst>
            <a:lin ang="10800025"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 name="Google Shape;446;p44"/>
          <p:cNvSpPr/>
          <p:nvPr/>
        </p:nvSpPr>
        <p:spPr>
          <a:xfrm>
            <a:off x="2846400" y="2206213"/>
            <a:ext cx="1862400" cy="789000"/>
          </a:xfrm>
          <a:prstGeom prst="rect">
            <a:avLst/>
          </a:prstGeom>
          <a:solidFill>
            <a:srgbClr val="00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 name="Google Shape;447;p44"/>
          <p:cNvSpPr/>
          <p:nvPr/>
        </p:nvSpPr>
        <p:spPr>
          <a:xfrm>
            <a:off x="2949050" y="2124038"/>
            <a:ext cx="1862400" cy="789000"/>
          </a:xfrm>
          <a:prstGeom prst="rect">
            <a:avLst/>
          </a:prstGeom>
          <a:gradFill>
            <a:gsLst>
              <a:gs pos="0">
                <a:srgbClr val="0000C6"/>
              </a:gs>
              <a:gs pos="0">
                <a:srgbClr val="4940C1"/>
              </a:gs>
              <a:gs pos="100000">
                <a:srgbClr val="9900FF"/>
              </a:gs>
            </a:gsLst>
            <a:lin ang="10800025"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rPr>
              <a:t> AI Copilot for</a:t>
            </a:r>
            <a:br>
              <a:rPr lang="en" sz="1000">
                <a:solidFill>
                  <a:schemeClr val="lt1"/>
                </a:solidFill>
              </a:rPr>
            </a:br>
            <a:r>
              <a:rPr lang="en" sz="1000">
                <a:solidFill>
                  <a:schemeClr val="lt1"/>
                </a:solidFill>
              </a:rPr>
              <a:t> AuthN - EPM, PAM, </a:t>
            </a:r>
            <a:br>
              <a:rPr lang="en" sz="1000">
                <a:solidFill>
                  <a:schemeClr val="lt1"/>
                </a:solidFill>
              </a:rPr>
            </a:br>
            <a:r>
              <a:rPr lang="en" sz="1000">
                <a:solidFill>
                  <a:schemeClr val="lt1"/>
                </a:solidFill>
              </a:rPr>
              <a:t>AuthZ secops ops</a:t>
            </a:r>
            <a:endParaRPr sz="1000">
              <a:solidFill>
                <a:schemeClr val="lt1"/>
              </a:solidFill>
            </a:endParaRPr>
          </a:p>
          <a:p>
            <a:pPr marL="0" lvl="0" indent="0" algn="ctr" rtl="0">
              <a:spcBef>
                <a:spcPts val="0"/>
              </a:spcBef>
              <a:spcAft>
                <a:spcPts val="0"/>
              </a:spcAft>
              <a:buNone/>
            </a:pPr>
            <a:r>
              <a:rPr lang="en" sz="1000">
                <a:solidFill>
                  <a:schemeClr val="lt1"/>
                </a:solidFill>
              </a:rPr>
              <a:t>Support for Radius &amp; 802.1X</a:t>
            </a:r>
            <a:endParaRPr sz="1000">
              <a:solidFill>
                <a:schemeClr val="lt1"/>
              </a:solidFill>
            </a:endParaRPr>
          </a:p>
        </p:txBody>
      </p:sp>
      <p:sp>
        <p:nvSpPr>
          <p:cNvPr id="448" name="Google Shape;448;p44"/>
          <p:cNvSpPr/>
          <p:nvPr/>
        </p:nvSpPr>
        <p:spPr>
          <a:xfrm>
            <a:off x="4882475" y="1285288"/>
            <a:ext cx="1862400" cy="789000"/>
          </a:xfrm>
          <a:prstGeom prst="rect">
            <a:avLst/>
          </a:prstGeom>
          <a:solidFill>
            <a:srgbClr val="00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 name="Google Shape;449;p44"/>
          <p:cNvSpPr/>
          <p:nvPr/>
        </p:nvSpPr>
        <p:spPr>
          <a:xfrm>
            <a:off x="4985125" y="1203113"/>
            <a:ext cx="1862400" cy="789000"/>
          </a:xfrm>
          <a:prstGeom prst="rect">
            <a:avLst/>
          </a:prstGeom>
          <a:gradFill>
            <a:gsLst>
              <a:gs pos="0">
                <a:srgbClr val="0000C6"/>
              </a:gs>
              <a:gs pos="0">
                <a:srgbClr val="4940C1"/>
              </a:gs>
              <a:gs pos="100000">
                <a:srgbClr val="9900FF"/>
              </a:gs>
            </a:gsLst>
            <a:lin ang="10800025"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rPr>
              <a:t>Edge Networks</a:t>
            </a:r>
            <a:endParaRPr sz="1000">
              <a:solidFill>
                <a:schemeClr val="lt1"/>
              </a:solidFill>
            </a:endParaRPr>
          </a:p>
          <a:p>
            <a:pPr marL="0" lvl="0" indent="0" algn="ctr" rtl="0">
              <a:spcBef>
                <a:spcPts val="0"/>
              </a:spcBef>
              <a:spcAft>
                <a:spcPts val="0"/>
              </a:spcAft>
              <a:buNone/>
            </a:pPr>
            <a:r>
              <a:rPr lang="en" sz="1000">
                <a:solidFill>
                  <a:schemeClr val="lt1"/>
                </a:solidFill>
              </a:rPr>
              <a:t>Advanced PAM use cases</a:t>
            </a:r>
            <a:endParaRPr sz="1000">
              <a:solidFill>
                <a:schemeClr val="lt1"/>
              </a:solidFill>
            </a:endParaRPr>
          </a:p>
          <a:p>
            <a:pPr marL="0" lvl="0" indent="0" algn="l" rtl="0">
              <a:spcBef>
                <a:spcPts val="0"/>
              </a:spcBef>
              <a:spcAft>
                <a:spcPts val="0"/>
              </a:spcAft>
              <a:buClr>
                <a:schemeClr val="dk1"/>
              </a:buClr>
              <a:buSzPts val="1100"/>
              <a:buFont typeface="Arial"/>
              <a:buNone/>
            </a:pPr>
            <a:endParaRPr sz="1000">
              <a:solidFill>
                <a:schemeClr val="lt1"/>
              </a:solidFill>
            </a:endParaRPr>
          </a:p>
        </p:txBody>
      </p:sp>
      <p:sp>
        <p:nvSpPr>
          <p:cNvPr id="450" name="Google Shape;450;p44"/>
          <p:cNvSpPr txBox="1"/>
          <p:nvPr/>
        </p:nvSpPr>
        <p:spPr>
          <a:xfrm>
            <a:off x="1052025" y="3198700"/>
            <a:ext cx="1641900" cy="56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1" name="Google Shape;451;p44"/>
          <p:cNvSpPr txBox="1"/>
          <p:nvPr/>
        </p:nvSpPr>
        <p:spPr>
          <a:xfrm>
            <a:off x="980925" y="3184475"/>
            <a:ext cx="1641900" cy="57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rPr>
              <a:t>Windows, Linux PAM</a:t>
            </a:r>
            <a:endParaRPr sz="1000">
              <a:solidFill>
                <a:schemeClr val="lt1"/>
              </a:solidFill>
            </a:endParaRPr>
          </a:p>
          <a:p>
            <a:pPr marL="0" lvl="0" indent="0" algn="l" rtl="0">
              <a:spcBef>
                <a:spcPts val="0"/>
              </a:spcBef>
              <a:spcAft>
                <a:spcPts val="0"/>
              </a:spcAft>
              <a:buNone/>
            </a:pPr>
            <a:r>
              <a:rPr lang="en" sz="1000">
                <a:solidFill>
                  <a:schemeClr val="lt1"/>
                </a:solidFill>
              </a:rPr>
              <a:t>Dynamic AuthZ  </a:t>
            </a:r>
            <a:endParaRPr sz="1000">
              <a:solidFill>
                <a:schemeClr val="lt1"/>
              </a:solidFill>
            </a:endParaRPr>
          </a:p>
          <a:p>
            <a:pPr marL="0" lvl="0" indent="0" algn="l" rtl="0">
              <a:spcBef>
                <a:spcPts val="0"/>
              </a:spcBef>
              <a:spcAft>
                <a:spcPts val="0"/>
              </a:spcAft>
              <a:buNone/>
            </a:pPr>
            <a:r>
              <a:rPr lang="en" sz="1000">
                <a:solidFill>
                  <a:schemeClr val="lt1"/>
                </a:solidFill>
              </a:rPr>
              <a:t>Available today</a:t>
            </a:r>
            <a:endParaRPr sz="1000">
              <a:solidFill>
                <a:schemeClr val="lt1"/>
              </a:solidFill>
            </a:endParaRPr>
          </a:p>
        </p:txBody>
      </p:sp>
      <p:sp>
        <p:nvSpPr>
          <p:cNvPr id="452" name="Google Shape;452;p44"/>
          <p:cNvSpPr txBox="1"/>
          <p:nvPr/>
        </p:nvSpPr>
        <p:spPr>
          <a:xfrm>
            <a:off x="1428725" y="4125250"/>
            <a:ext cx="5418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lt1"/>
                </a:solidFill>
              </a:rPr>
              <a:t>2023                                   2024                                   2025</a:t>
            </a:r>
            <a:endParaRPr>
              <a:solidFill>
                <a:schemeClr val="lt1"/>
              </a:solidFill>
            </a:endParaRPr>
          </a:p>
        </p:txBody>
      </p:sp>
      <p:sp>
        <p:nvSpPr>
          <p:cNvPr id="453" name="Google Shape;453;p44"/>
          <p:cNvSpPr txBox="1"/>
          <p:nvPr/>
        </p:nvSpPr>
        <p:spPr>
          <a:xfrm>
            <a:off x="526000" y="938300"/>
            <a:ext cx="392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AI powered SecOps for Privileged Access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45"/>
          <p:cNvSpPr txBox="1">
            <a:spLocks noGrp="1"/>
          </p:cNvSpPr>
          <p:nvPr>
            <p:ph type="title"/>
          </p:nvPr>
        </p:nvSpPr>
        <p:spPr>
          <a:xfrm>
            <a:off x="770138" y="422753"/>
            <a:ext cx="3742200" cy="1790700"/>
          </a:xfrm>
          <a:prstGeom prst="rect">
            <a:avLst/>
          </a:prstGeom>
          <a:noFill/>
          <a:ln>
            <a:noFill/>
          </a:ln>
        </p:spPr>
        <p:txBody>
          <a:bodyPr spcFirstLastPara="1" wrap="square" lIns="68575" tIns="34275" rIns="68575" bIns="34275" anchor="b" anchorCtr="0">
            <a:normAutofit/>
          </a:bodyPr>
          <a:lstStyle/>
          <a:p>
            <a:pPr marL="0" lvl="0" indent="0" algn="ctr" rtl="0">
              <a:lnSpc>
                <a:spcPct val="90000"/>
              </a:lnSpc>
              <a:spcBef>
                <a:spcPts val="0"/>
              </a:spcBef>
              <a:spcAft>
                <a:spcPts val="0"/>
              </a:spcAft>
              <a:buClr>
                <a:srgbClr val="0000C6"/>
              </a:buClr>
              <a:buSzPts val="1800"/>
              <a:buFont typeface="Arial"/>
              <a:buNone/>
            </a:pPr>
            <a:r>
              <a:rPr lang="en" sz="1800">
                <a:solidFill>
                  <a:srgbClr val="0000C6"/>
                </a:solidFill>
                <a:latin typeface="Arial"/>
                <a:ea typeface="Arial"/>
                <a:cs typeface="Arial"/>
                <a:sym typeface="Arial"/>
              </a:rPr>
              <a:t>THANK YOU</a:t>
            </a:r>
            <a:br>
              <a:rPr lang="en" sz="1800">
                <a:latin typeface="Arial"/>
                <a:ea typeface="Arial"/>
                <a:cs typeface="Arial"/>
                <a:sym typeface="Arial"/>
              </a:rPr>
            </a:br>
            <a:br>
              <a:rPr lang="en" sz="1800">
                <a:latin typeface="Arial"/>
                <a:ea typeface="Arial"/>
                <a:cs typeface="Arial"/>
                <a:sym typeface="Arial"/>
              </a:rPr>
            </a:br>
            <a:r>
              <a:rPr lang="en" sz="1400" b="0">
                <a:latin typeface="Arial"/>
                <a:ea typeface="Arial"/>
                <a:cs typeface="Arial"/>
                <a:sym typeface="Arial"/>
              </a:rPr>
              <a:t>Asif Ali</a:t>
            </a:r>
            <a:br>
              <a:rPr lang="en" sz="1400" b="0">
                <a:latin typeface="Arial"/>
                <a:ea typeface="Arial"/>
                <a:cs typeface="Arial"/>
                <a:sym typeface="Arial"/>
              </a:rPr>
            </a:br>
            <a:r>
              <a:rPr lang="en" sz="1400" b="0">
                <a:latin typeface="Arial"/>
                <a:ea typeface="Arial"/>
                <a:cs typeface="Arial"/>
                <a:sym typeface="Arial"/>
              </a:rPr>
              <a:t>+1 408-368-3404</a:t>
            </a:r>
            <a:br>
              <a:rPr lang="en" sz="1400" b="0">
                <a:latin typeface="Arial"/>
                <a:ea typeface="Arial"/>
                <a:cs typeface="Arial"/>
                <a:sym typeface="Arial"/>
              </a:rPr>
            </a:br>
            <a:r>
              <a:rPr lang="en" sz="1400" b="0" u="sng">
                <a:solidFill>
                  <a:schemeClr val="hlink"/>
                </a:solidFill>
                <a:latin typeface="Arial"/>
                <a:ea typeface="Arial"/>
                <a:cs typeface="Arial"/>
                <a:sym typeface="Arial"/>
                <a:hlinkClick r:id="rId3"/>
              </a:rPr>
              <a:t>a@authnull.com</a:t>
            </a:r>
            <a:br>
              <a:rPr lang="en" sz="1400" b="0">
                <a:latin typeface="Arial"/>
                <a:ea typeface="Arial"/>
                <a:cs typeface="Arial"/>
                <a:sym typeface="Arial"/>
              </a:rPr>
            </a:br>
            <a:r>
              <a:rPr lang="en" sz="1400" b="0">
                <a:latin typeface="Arial"/>
                <a:ea typeface="Arial"/>
                <a:cs typeface="Arial"/>
                <a:sym typeface="Arial"/>
              </a:rPr>
              <a:t> </a:t>
            </a:r>
            <a:endParaRPr sz="1800" b="0">
              <a:latin typeface="Arial"/>
              <a:ea typeface="Arial"/>
              <a:cs typeface="Arial"/>
              <a:sym typeface="Arial"/>
            </a:endParaRPr>
          </a:p>
        </p:txBody>
      </p:sp>
      <p:sp>
        <p:nvSpPr>
          <p:cNvPr id="459" name="Google Shape;459;p45"/>
          <p:cNvSpPr txBox="1">
            <a:spLocks noGrp="1"/>
          </p:cNvSpPr>
          <p:nvPr>
            <p:ph type="body" idx="1"/>
          </p:nvPr>
        </p:nvSpPr>
        <p:spPr>
          <a:xfrm>
            <a:off x="770139" y="2648757"/>
            <a:ext cx="3742200" cy="1317300"/>
          </a:xfrm>
          <a:prstGeom prst="rect">
            <a:avLst/>
          </a:prstGeom>
          <a:noFill/>
          <a:ln>
            <a:noFill/>
          </a:ln>
        </p:spPr>
        <p:txBody>
          <a:bodyPr spcFirstLastPara="1" wrap="square" lIns="68575" tIns="34275" rIns="68575" bIns="34275" anchor="t" anchorCtr="0">
            <a:normAutofit/>
          </a:bodyPr>
          <a:lstStyle/>
          <a:p>
            <a:pPr marL="0" lvl="0" indent="0" algn="ctr" rtl="0">
              <a:lnSpc>
                <a:spcPct val="150000"/>
              </a:lnSpc>
              <a:spcBef>
                <a:spcPts val="0"/>
              </a:spcBef>
              <a:spcAft>
                <a:spcPts val="0"/>
              </a:spcAft>
              <a:buClr>
                <a:schemeClr val="dk1"/>
              </a:buClr>
              <a:buSzPts val="1400"/>
              <a:buNone/>
            </a:pPr>
            <a:r>
              <a:rPr lang="en">
                <a:solidFill>
                  <a:schemeClr val="dk1"/>
                </a:solidFill>
                <a:latin typeface="Arial"/>
                <a:ea typeface="Arial"/>
                <a:cs typeface="Arial"/>
                <a:sym typeface="Arial"/>
              </a:rPr>
              <a:t>Let’s chat?  </a:t>
            </a:r>
            <a:endParaRPr/>
          </a:p>
          <a:p>
            <a:pPr marL="0" lvl="0" indent="0" algn="ctr" rtl="0">
              <a:lnSpc>
                <a:spcPct val="150000"/>
              </a:lnSpc>
              <a:spcBef>
                <a:spcPts val="0"/>
              </a:spcBef>
              <a:spcAft>
                <a:spcPts val="0"/>
              </a:spcAft>
              <a:buClr>
                <a:schemeClr val="dk1"/>
              </a:buClr>
              <a:buSzPts val="1400"/>
              <a:buNone/>
            </a:pPr>
            <a:r>
              <a:rPr lang="en" u="sng">
                <a:solidFill>
                  <a:schemeClr val="hlink"/>
                </a:solidFill>
                <a:latin typeface="Arial"/>
                <a:ea typeface="Arial"/>
                <a:cs typeface="Arial"/>
                <a:sym typeface="Arial"/>
                <a:hlinkClick r:id="rId4"/>
              </a:rPr>
              <a:t>Here’s our calendar link to setup a quick discussion.</a:t>
            </a:r>
            <a:endParaRPr>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6"/>
          <p:cNvSpPr txBox="1">
            <a:spLocks noGrp="1"/>
          </p:cNvSpPr>
          <p:nvPr>
            <p:ph type="title"/>
          </p:nvPr>
        </p:nvSpPr>
        <p:spPr>
          <a:xfrm>
            <a:off x="496575" y="2282525"/>
            <a:ext cx="8281800" cy="487500"/>
          </a:xfrm>
          <a:prstGeom prst="rect">
            <a:avLst/>
          </a:prstGeom>
          <a:noFill/>
          <a:ln>
            <a:noFill/>
          </a:ln>
        </p:spPr>
        <p:txBody>
          <a:bodyPr spcFirstLastPara="1" wrap="square" lIns="68575" tIns="34275" rIns="68575" bIns="34275" anchor="b" anchorCtr="0">
            <a:noAutofit/>
          </a:bodyPr>
          <a:lstStyle/>
          <a:p>
            <a:pPr marL="0" lvl="0" indent="0" algn="ctr" rtl="0">
              <a:lnSpc>
                <a:spcPct val="100000"/>
              </a:lnSpc>
              <a:spcBef>
                <a:spcPts val="0"/>
              </a:spcBef>
              <a:spcAft>
                <a:spcPts val="0"/>
              </a:spcAft>
              <a:buClr>
                <a:schemeClr val="dk1"/>
              </a:buClr>
              <a:buSzPts val="1800"/>
              <a:buFont typeface="Arial"/>
              <a:buNone/>
            </a:pPr>
            <a:r>
              <a:rPr lang="en" sz="2000"/>
              <a:t>Appendix</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47"/>
          <p:cNvSpPr txBox="1">
            <a:spLocks noGrp="1"/>
          </p:cNvSpPr>
          <p:nvPr>
            <p:ph type="sldNum" idx="12"/>
          </p:nvPr>
        </p:nvSpPr>
        <p:spPr>
          <a:xfrm>
            <a:off x="6457950" y="48434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solidFill>
                  <a:schemeClr val="lt1"/>
                </a:solidFill>
              </a:rPr>
              <a:t>16</a:t>
            </a:fld>
            <a:endParaRPr>
              <a:solidFill>
                <a:schemeClr val="lt1"/>
              </a:solidFill>
            </a:endParaRPr>
          </a:p>
        </p:txBody>
      </p:sp>
      <p:sp>
        <p:nvSpPr>
          <p:cNvPr id="470" name="Google Shape;470;p47"/>
          <p:cNvSpPr txBox="1">
            <a:spLocks noGrp="1"/>
          </p:cNvSpPr>
          <p:nvPr>
            <p:ph type="title"/>
          </p:nvPr>
        </p:nvSpPr>
        <p:spPr>
          <a:xfrm>
            <a:off x="385050" y="267300"/>
            <a:ext cx="8281800" cy="4875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2000"/>
              <a:t>Product Features and Roadmap</a:t>
            </a:r>
            <a:endParaRPr sz="2000"/>
          </a:p>
        </p:txBody>
      </p:sp>
      <p:grpSp>
        <p:nvGrpSpPr>
          <p:cNvPr id="471" name="Google Shape;471;p47"/>
          <p:cNvGrpSpPr/>
          <p:nvPr/>
        </p:nvGrpSpPr>
        <p:grpSpPr>
          <a:xfrm>
            <a:off x="426404" y="897851"/>
            <a:ext cx="8176983" cy="642825"/>
            <a:chOff x="4795" y="0"/>
            <a:chExt cx="10902644" cy="857100"/>
          </a:xfrm>
        </p:grpSpPr>
        <p:sp>
          <p:nvSpPr>
            <p:cNvPr id="472" name="Google Shape;472;p47"/>
            <p:cNvSpPr/>
            <p:nvPr/>
          </p:nvSpPr>
          <p:spPr>
            <a:xfrm>
              <a:off x="4795" y="0"/>
              <a:ext cx="4193400" cy="857100"/>
            </a:xfrm>
            <a:prstGeom prst="homePlate">
              <a:avLst>
                <a:gd name="adj" fmla="val 50000"/>
              </a:avLst>
            </a:prstGeom>
            <a:solidFill>
              <a:srgbClr val="2E75B5"/>
            </a:solidFill>
            <a:ln w="12700" cap="flat" cmpd="sng">
              <a:solidFill>
                <a:schemeClr val="lt2"/>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73" name="Google Shape;473;p47"/>
            <p:cNvSpPr txBox="1"/>
            <p:nvPr/>
          </p:nvSpPr>
          <p:spPr>
            <a:xfrm>
              <a:off x="4795" y="0"/>
              <a:ext cx="3978900" cy="857100"/>
            </a:xfrm>
            <a:prstGeom prst="rect">
              <a:avLst/>
            </a:prstGeom>
            <a:noFill/>
            <a:ln>
              <a:noFill/>
            </a:ln>
          </p:spPr>
          <p:txBody>
            <a:bodyPr spcFirstLastPara="1" wrap="square" lIns="80000" tIns="40000" rIns="20000" bIns="40000" anchor="ctr" anchorCtr="0">
              <a:noAutofit/>
            </a:bodyPr>
            <a:lstStyle/>
            <a:p>
              <a:pPr marL="0" marR="0" lvl="0" indent="0" algn="ctr" rtl="0">
                <a:lnSpc>
                  <a:spcPct val="90000"/>
                </a:lnSpc>
                <a:spcBef>
                  <a:spcPts val="0"/>
                </a:spcBef>
                <a:spcAft>
                  <a:spcPts val="0"/>
                </a:spcAft>
                <a:buClr>
                  <a:schemeClr val="lt1"/>
                </a:buClr>
                <a:buSzPts val="1500"/>
                <a:buFont typeface="Arial"/>
                <a:buNone/>
              </a:pPr>
              <a:r>
                <a:rPr lang="en" sz="1500">
                  <a:solidFill>
                    <a:schemeClr val="lt1"/>
                  </a:solidFill>
                  <a:latin typeface="Arial"/>
                  <a:ea typeface="Arial"/>
                  <a:cs typeface="Arial"/>
                  <a:sym typeface="Arial"/>
                </a:rPr>
                <a:t>Features Today</a:t>
              </a:r>
              <a:endParaRPr sz="1100"/>
            </a:p>
          </p:txBody>
        </p:sp>
        <p:sp>
          <p:nvSpPr>
            <p:cNvPr id="474" name="Google Shape;474;p47"/>
            <p:cNvSpPr/>
            <p:nvPr/>
          </p:nvSpPr>
          <p:spPr>
            <a:xfrm>
              <a:off x="3359417" y="0"/>
              <a:ext cx="4193400" cy="857100"/>
            </a:xfrm>
            <a:prstGeom prst="chevron">
              <a:avLst>
                <a:gd name="adj" fmla="val 50000"/>
              </a:avLst>
            </a:prstGeom>
            <a:solidFill>
              <a:srgbClr val="00008E"/>
            </a:solidFill>
            <a:ln w="12700" cap="flat" cmpd="sng">
              <a:solidFill>
                <a:schemeClr val="lt2"/>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75" name="Google Shape;475;p47"/>
            <p:cNvSpPr txBox="1"/>
            <p:nvPr/>
          </p:nvSpPr>
          <p:spPr>
            <a:xfrm>
              <a:off x="3788015" y="0"/>
              <a:ext cx="3336000" cy="857100"/>
            </a:xfrm>
            <a:prstGeom prst="rect">
              <a:avLst/>
            </a:prstGeom>
            <a:noFill/>
            <a:ln>
              <a:noFill/>
            </a:ln>
          </p:spPr>
          <p:txBody>
            <a:bodyPr spcFirstLastPara="1" wrap="square" lIns="60000" tIns="40000" rIns="20000" bIns="40000" anchor="ctr" anchorCtr="0">
              <a:noAutofit/>
            </a:bodyPr>
            <a:lstStyle/>
            <a:p>
              <a:pPr marL="0" marR="0" lvl="0" indent="0" algn="ctr" rtl="0">
                <a:lnSpc>
                  <a:spcPct val="90000"/>
                </a:lnSpc>
                <a:spcBef>
                  <a:spcPts val="0"/>
                </a:spcBef>
                <a:spcAft>
                  <a:spcPts val="0"/>
                </a:spcAft>
                <a:buClr>
                  <a:schemeClr val="lt1"/>
                </a:buClr>
                <a:buSzPts val="1500"/>
                <a:buFont typeface="Arial"/>
                <a:buNone/>
              </a:pPr>
              <a:r>
                <a:rPr lang="en" sz="1500">
                  <a:solidFill>
                    <a:schemeClr val="lt1"/>
                  </a:solidFill>
                </a:rPr>
                <a:t>Near</a:t>
              </a:r>
              <a:r>
                <a:rPr lang="en" sz="1500">
                  <a:solidFill>
                    <a:schemeClr val="lt1"/>
                  </a:solidFill>
                  <a:latin typeface="Arial"/>
                  <a:ea typeface="Arial"/>
                  <a:cs typeface="Arial"/>
                  <a:sym typeface="Arial"/>
                </a:rPr>
                <a:t> Term</a:t>
              </a:r>
              <a:endParaRPr sz="1100"/>
            </a:p>
          </p:txBody>
        </p:sp>
        <p:sp>
          <p:nvSpPr>
            <p:cNvPr id="476" name="Google Shape;476;p47"/>
            <p:cNvSpPr/>
            <p:nvPr/>
          </p:nvSpPr>
          <p:spPr>
            <a:xfrm>
              <a:off x="6714039" y="0"/>
              <a:ext cx="4193400" cy="857100"/>
            </a:xfrm>
            <a:prstGeom prst="chevron">
              <a:avLst>
                <a:gd name="adj" fmla="val 50000"/>
              </a:avLst>
            </a:prstGeom>
            <a:solidFill>
              <a:srgbClr val="0000C6"/>
            </a:solidFill>
            <a:ln w="12700" cap="flat" cmpd="sng">
              <a:solidFill>
                <a:schemeClr val="lt2"/>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77" name="Google Shape;477;p47"/>
            <p:cNvSpPr txBox="1"/>
            <p:nvPr/>
          </p:nvSpPr>
          <p:spPr>
            <a:xfrm>
              <a:off x="7142637" y="0"/>
              <a:ext cx="3336000" cy="857100"/>
            </a:xfrm>
            <a:prstGeom prst="rect">
              <a:avLst/>
            </a:prstGeom>
            <a:noFill/>
            <a:ln>
              <a:noFill/>
            </a:ln>
          </p:spPr>
          <p:txBody>
            <a:bodyPr spcFirstLastPara="1" wrap="square" lIns="60000" tIns="40000" rIns="20000" bIns="40000" anchor="ctr" anchorCtr="0">
              <a:noAutofit/>
            </a:bodyPr>
            <a:lstStyle/>
            <a:p>
              <a:pPr marL="0" marR="0" lvl="0" indent="0" algn="ctr" rtl="0">
                <a:lnSpc>
                  <a:spcPct val="90000"/>
                </a:lnSpc>
                <a:spcBef>
                  <a:spcPts val="0"/>
                </a:spcBef>
                <a:spcAft>
                  <a:spcPts val="0"/>
                </a:spcAft>
                <a:buClr>
                  <a:schemeClr val="lt1"/>
                </a:buClr>
                <a:buSzPts val="1500"/>
                <a:buFont typeface="Arial"/>
                <a:buNone/>
              </a:pPr>
              <a:r>
                <a:rPr lang="en" sz="1500">
                  <a:solidFill>
                    <a:schemeClr val="lt1"/>
                  </a:solidFill>
                  <a:latin typeface="Arial"/>
                  <a:ea typeface="Arial"/>
                  <a:cs typeface="Arial"/>
                  <a:sym typeface="Arial"/>
                </a:rPr>
                <a:t>Long term</a:t>
              </a:r>
              <a:endParaRPr sz="1100"/>
            </a:p>
          </p:txBody>
        </p:sp>
      </p:grpSp>
      <p:sp>
        <p:nvSpPr>
          <p:cNvPr id="478" name="Google Shape;478;p47"/>
          <p:cNvSpPr txBox="1"/>
          <p:nvPr/>
        </p:nvSpPr>
        <p:spPr>
          <a:xfrm>
            <a:off x="564616" y="1609442"/>
            <a:ext cx="2368500" cy="24396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a:solidFill>
                  <a:schemeClr val="dk1"/>
                </a:solidFill>
                <a:latin typeface="Arial"/>
                <a:ea typeface="Arial"/>
                <a:cs typeface="Arial"/>
                <a:sym typeface="Arial"/>
              </a:rPr>
              <a:t>Privileged Access</a:t>
            </a:r>
            <a:endParaRPr sz="1100"/>
          </a:p>
          <a:p>
            <a:pPr marL="0" marR="0" lvl="0" indent="0" algn="l" rtl="0">
              <a:spcBef>
                <a:spcPts val="0"/>
              </a:spcBef>
              <a:spcAft>
                <a:spcPts val="0"/>
              </a:spcAft>
              <a:buNone/>
            </a:pPr>
            <a:r>
              <a:rPr lang="en" sz="1100">
                <a:solidFill>
                  <a:schemeClr val="dk1"/>
                </a:solidFill>
                <a:latin typeface="Arial"/>
                <a:ea typeface="Arial"/>
                <a:cs typeface="Arial"/>
                <a:sym typeface="Arial"/>
              </a:rPr>
              <a:t>- </a:t>
            </a:r>
            <a:r>
              <a:rPr lang="en" sz="1100">
                <a:solidFill>
                  <a:schemeClr val="dk1"/>
                </a:solidFill>
              </a:rPr>
              <a:t>S</a:t>
            </a:r>
            <a:r>
              <a:rPr lang="en" sz="1100">
                <a:solidFill>
                  <a:schemeClr val="dk1"/>
                </a:solidFill>
                <a:latin typeface="Arial"/>
                <a:ea typeface="Arial"/>
                <a:cs typeface="Arial"/>
                <a:sym typeface="Arial"/>
              </a:rPr>
              <a:t>ession recording</a:t>
            </a:r>
            <a:endParaRPr sz="1100"/>
          </a:p>
          <a:p>
            <a:pPr marL="0" marR="0" lvl="0" indent="0" algn="l" rtl="0">
              <a:spcBef>
                <a:spcPts val="0"/>
              </a:spcBef>
              <a:spcAft>
                <a:spcPts val="0"/>
              </a:spcAft>
              <a:buNone/>
            </a:pPr>
            <a:r>
              <a:rPr lang="en" sz="1100">
                <a:solidFill>
                  <a:schemeClr val="dk1"/>
                </a:solidFill>
                <a:latin typeface="Arial"/>
                <a:ea typeface="Arial"/>
                <a:cs typeface="Arial"/>
                <a:sym typeface="Arial"/>
              </a:rPr>
              <a:t>- 2</a:t>
            </a:r>
            <a:r>
              <a:rPr lang="en" sz="1100">
                <a:solidFill>
                  <a:schemeClr val="dk1"/>
                </a:solidFill>
              </a:rPr>
              <a:t>FA</a:t>
            </a:r>
            <a:r>
              <a:rPr lang="en" sz="1100">
                <a:solidFill>
                  <a:schemeClr val="dk1"/>
                </a:solidFill>
                <a:latin typeface="Arial"/>
                <a:ea typeface="Arial"/>
                <a:cs typeface="Arial"/>
                <a:sym typeface="Arial"/>
              </a:rPr>
              <a:t> / </a:t>
            </a:r>
            <a:r>
              <a:rPr lang="en" sz="1100">
                <a:solidFill>
                  <a:schemeClr val="dk1"/>
                </a:solidFill>
              </a:rPr>
              <a:t>B</a:t>
            </a:r>
            <a:r>
              <a:rPr lang="en" sz="1100">
                <a:solidFill>
                  <a:schemeClr val="dk1"/>
                </a:solidFill>
                <a:latin typeface="Arial"/>
                <a:ea typeface="Arial"/>
                <a:cs typeface="Arial"/>
                <a:sym typeface="Arial"/>
              </a:rPr>
              <a:t>iometric auth</a:t>
            </a:r>
            <a:endParaRPr sz="1100"/>
          </a:p>
          <a:p>
            <a:pPr marL="0" marR="0" lvl="0" indent="0" algn="l" rtl="0">
              <a:spcBef>
                <a:spcPts val="0"/>
              </a:spcBef>
              <a:spcAft>
                <a:spcPts val="0"/>
              </a:spcAft>
              <a:buNone/>
            </a:pPr>
            <a:r>
              <a:rPr lang="en" sz="1100">
                <a:solidFill>
                  <a:schemeClr val="dk1"/>
                </a:solidFill>
                <a:latin typeface="Arial"/>
                <a:ea typeface="Arial"/>
                <a:cs typeface="Arial"/>
                <a:sym typeface="Arial"/>
              </a:rPr>
              <a:t>- Passwordless auth</a:t>
            </a:r>
            <a:endParaRPr sz="1100"/>
          </a:p>
          <a:p>
            <a:pPr marL="0" marR="0" lvl="0" indent="0" algn="l" rtl="0">
              <a:spcBef>
                <a:spcPts val="0"/>
              </a:spcBef>
              <a:spcAft>
                <a:spcPts val="0"/>
              </a:spcAft>
              <a:buNone/>
            </a:pPr>
            <a:r>
              <a:rPr lang="en" sz="1100">
                <a:solidFill>
                  <a:schemeClr val="dk1"/>
                </a:solidFill>
                <a:latin typeface="Arial"/>
                <a:ea typeface="Arial"/>
                <a:cs typeface="Arial"/>
                <a:sym typeface="Arial"/>
              </a:rPr>
              <a:t>- </a:t>
            </a:r>
            <a:r>
              <a:rPr lang="en" sz="1100">
                <a:solidFill>
                  <a:schemeClr val="dk1"/>
                </a:solidFill>
              </a:rPr>
              <a:t>W</a:t>
            </a:r>
            <a:r>
              <a:rPr lang="en" sz="1100">
                <a:solidFill>
                  <a:schemeClr val="dk1"/>
                </a:solidFill>
                <a:latin typeface="Arial"/>
                <a:ea typeface="Arial"/>
                <a:cs typeface="Arial"/>
                <a:sym typeface="Arial"/>
              </a:rPr>
              <a:t>indows / </a:t>
            </a:r>
            <a:r>
              <a:rPr lang="en" sz="1100">
                <a:solidFill>
                  <a:schemeClr val="dk1"/>
                </a:solidFill>
              </a:rPr>
              <a:t>L</a:t>
            </a:r>
            <a:r>
              <a:rPr lang="en" sz="1100">
                <a:solidFill>
                  <a:schemeClr val="dk1"/>
                </a:solidFill>
                <a:latin typeface="Arial"/>
                <a:ea typeface="Arial"/>
                <a:cs typeface="Arial"/>
                <a:sym typeface="Arial"/>
              </a:rPr>
              <a:t>inux</a:t>
            </a:r>
            <a:endParaRPr sz="1100">
              <a:solidFill>
                <a:schemeClr val="dk1"/>
              </a:solidFill>
              <a:latin typeface="Arial"/>
              <a:ea typeface="Arial"/>
              <a:cs typeface="Arial"/>
              <a:sym typeface="Arial"/>
            </a:endParaRPr>
          </a:p>
          <a:p>
            <a:pPr marL="0" marR="0" lvl="0" indent="0" algn="l" rtl="0">
              <a:spcBef>
                <a:spcPts val="0"/>
              </a:spcBef>
              <a:spcAft>
                <a:spcPts val="0"/>
              </a:spcAft>
              <a:buNone/>
            </a:pPr>
            <a:endParaRPr sz="1100">
              <a:solidFill>
                <a:schemeClr val="dk1"/>
              </a:solidFill>
              <a:latin typeface="Arial"/>
              <a:ea typeface="Arial"/>
              <a:cs typeface="Arial"/>
              <a:sym typeface="Arial"/>
            </a:endParaRPr>
          </a:p>
          <a:p>
            <a:pPr marL="0" marR="0" lvl="0" indent="0" algn="l" rtl="0">
              <a:spcBef>
                <a:spcPts val="0"/>
              </a:spcBef>
              <a:spcAft>
                <a:spcPts val="0"/>
              </a:spcAft>
              <a:buNone/>
            </a:pPr>
            <a:r>
              <a:rPr lang="en" sz="1100" b="1">
                <a:solidFill>
                  <a:schemeClr val="dk1"/>
                </a:solidFill>
                <a:latin typeface="Arial"/>
                <a:ea typeface="Arial"/>
                <a:cs typeface="Arial"/>
                <a:sym typeface="Arial"/>
              </a:rPr>
              <a:t>Endpoint</a:t>
            </a:r>
            <a:r>
              <a:rPr lang="en" sz="1100">
                <a:solidFill>
                  <a:schemeClr val="dk1"/>
                </a:solidFill>
                <a:latin typeface="Arial"/>
                <a:ea typeface="Arial"/>
                <a:cs typeface="Arial"/>
                <a:sym typeface="Arial"/>
              </a:rPr>
              <a:t> </a:t>
            </a:r>
            <a:endParaRPr sz="1100"/>
          </a:p>
          <a:p>
            <a:pPr marL="0" marR="0" lvl="0" indent="0" algn="l" rtl="0">
              <a:spcBef>
                <a:spcPts val="0"/>
              </a:spcBef>
              <a:spcAft>
                <a:spcPts val="0"/>
              </a:spcAft>
              <a:buNone/>
            </a:pPr>
            <a:r>
              <a:rPr lang="en" sz="1100">
                <a:solidFill>
                  <a:schemeClr val="dk1"/>
                </a:solidFill>
                <a:latin typeface="Arial"/>
                <a:ea typeface="Arial"/>
                <a:cs typeface="Arial"/>
                <a:sym typeface="Arial"/>
              </a:rPr>
              <a:t>- </a:t>
            </a:r>
            <a:r>
              <a:rPr lang="en" sz="1100">
                <a:solidFill>
                  <a:schemeClr val="dk1"/>
                </a:solidFill>
              </a:rPr>
              <a:t>U</a:t>
            </a:r>
            <a:r>
              <a:rPr lang="en" sz="1100">
                <a:solidFill>
                  <a:schemeClr val="dk1"/>
                </a:solidFill>
                <a:latin typeface="Arial"/>
                <a:ea typeface="Arial"/>
                <a:cs typeface="Arial"/>
                <a:sym typeface="Arial"/>
              </a:rPr>
              <a:t>ser management</a:t>
            </a:r>
            <a:endParaRPr sz="1100"/>
          </a:p>
          <a:p>
            <a:pPr marL="0" marR="0" lvl="0" indent="0" algn="l" rtl="0">
              <a:spcBef>
                <a:spcPts val="0"/>
              </a:spcBef>
              <a:spcAft>
                <a:spcPts val="0"/>
              </a:spcAft>
              <a:buNone/>
            </a:pPr>
            <a:r>
              <a:rPr lang="en" sz="1100">
                <a:solidFill>
                  <a:schemeClr val="dk1"/>
                </a:solidFill>
                <a:latin typeface="Arial"/>
                <a:ea typeface="Arial"/>
                <a:cs typeface="Arial"/>
                <a:sym typeface="Arial"/>
              </a:rPr>
              <a:t>- </a:t>
            </a:r>
            <a:r>
              <a:rPr lang="en" sz="1100">
                <a:solidFill>
                  <a:schemeClr val="dk1"/>
                </a:solidFill>
              </a:rPr>
              <a:t>L</a:t>
            </a:r>
            <a:r>
              <a:rPr lang="en" sz="1100">
                <a:solidFill>
                  <a:schemeClr val="dk1"/>
                </a:solidFill>
                <a:latin typeface="Arial"/>
                <a:ea typeface="Arial"/>
                <a:cs typeface="Arial"/>
                <a:sym typeface="Arial"/>
              </a:rPr>
              <a:t>ocal / </a:t>
            </a:r>
            <a:r>
              <a:rPr lang="en" sz="1100">
                <a:solidFill>
                  <a:schemeClr val="dk1"/>
                </a:solidFill>
              </a:rPr>
              <a:t>LDAP</a:t>
            </a:r>
            <a:r>
              <a:rPr lang="en" sz="1100">
                <a:solidFill>
                  <a:schemeClr val="dk1"/>
                </a:solidFill>
                <a:latin typeface="Arial"/>
                <a:ea typeface="Arial"/>
                <a:cs typeface="Arial"/>
                <a:sym typeface="Arial"/>
              </a:rPr>
              <a:t> authentication</a:t>
            </a:r>
            <a:endParaRPr sz="1100">
              <a:solidFill>
                <a:schemeClr val="dk1"/>
              </a:solidFill>
              <a:latin typeface="Arial"/>
              <a:ea typeface="Arial"/>
              <a:cs typeface="Arial"/>
              <a:sym typeface="Arial"/>
            </a:endParaRPr>
          </a:p>
          <a:p>
            <a:pPr marL="0" marR="0" lvl="0" indent="0" algn="l" rtl="0">
              <a:spcBef>
                <a:spcPts val="0"/>
              </a:spcBef>
              <a:spcAft>
                <a:spcPts val="0"/>
              </a:spcAft>
              <a:buNone/>
            </a:pPr>
            <a:r>
              <a:rPr lang="en" sz="1100">
                <a:solidFill>
                  <a:schemeClr val="dk1"/>
                </a:solidFill>
              </a:rPr>
              <a:t>- Windows EndPoint Management</a:t>
            </a:r>
            <a:endParaRPr sz="1100">
              <a:solidFill>
                <a:schemeClr val="dk1"/>
              </a:solidFill>
            </a:endParaRPr>
          </a:p>
          <a:p>
            <a:pPr marL="0" marR="0" lvl="0" indent="0" algn="l" rtl="0">
              <a:spcBef>
                <a:spcPts val="0"/>
              </a:spcBef>
              <a:spcAft>
                <a:spcPts val="0"/>
              </a:spcAft>
              <a:buNone/>
            </a:pPr>
            <a:endParaRPr sz="1100">
              <a:solidFill>
                <a:schemeClr val="dk1"/>
              </a:solidFill>
              <a:latin typeface="Arial"/>
              <a:ea typeface="Arial"/>
              <a:cs typeface="Arial"/>
              <a:sym typeface="Arial"/>
            </a:endParaRPr>
          </a:p>
          <a:p>
            <a:pPr marL="0" marR="0" lvl="0" indent="0" algn="l" rtl="0">
              <a:spcBef>
                <a:spcPts val="0"/>
              </a:spcBef>
              <a:spcAft>
                <a:spcPts val="0"/>
              </a:spcAft>
              <a:buNone/>
            </a:pPr>
            <a:r>
              <a:rPr lang="en" sz="1100" b="1">
                <a:solidFill>
                  <a:schemeClr val="dk1"/>
                </a:solidFill>
                <a:latin typeface="Arial"/>
                <a:ea typeface="Arial"/>
                <a:cs typeface="Arial"/>
                <a:sym typeface="Arial"/>
              </a:rPr>
              <a:t>Secrets Management</a:t>
            </a:r>
            <a:endParaRPr sz="1100"/>
          </a:p>
          <a:p>
            <a:pPr marL="0" marR="0" lvl="0" indent="0" algn="l" rtl="0">
              <a:spcBef>
                <a:spcPts val="0"/>
              </a:spcBef>
              <a:spcAft>
                <a:spcPts val="0"/>
              </a:spcAft>
              <a:buNone/>
            </a:pPr>
            <a:r>
              <a:rPr lang="en" sz="1100">
                <a:solidFill>
                  <a:schemeClr val="dk1"/>
                </a:solidFill>
                <a:latin typeface="Arial"/>
                <a:ea typeface="Arial"/>
                <a:cs typeface="Arial"/>
                <a:sym typeface="Arial"/>
              </a:rPr>
              <a:t>- </a:t>
            </a:r>
            <a:r>
              <a:rPr lang="en" sz="1100">
                <a:solidFill>
                  <a:schemeClr val="dk1"/>
                </a:solidFill>
              </a:rPr>
              <a:t>U</a:t>
            </a:r>
            <a:r>
              <a:rPr lang="en" sz="1100">
                <a:solidFill>
                  <a:schemeClr val="dk1"/>
                </a:solidFill>
                <a:latin typeface="Arial"/>
                <a:ea typeface="Arial"/>
                <a:cs typeface="Arial"/>
                <a:sym typeface="Arial"/>
              </a:rPr>
              <a:t>sing wallets</a:t>
            </a:r>
            <a:endParaRPr sz="1100"/>
          </a:p>
          <a:p>
            <a:pPr marL="0" marR="0" lvl="0" indent="0" algn="l" rtl="0">
              <a:spcBef>
                <a:spcPts val="0"/>
              </a:spcBef>
              <a:spcAft>
                <a:spcPts val="0"/>
              </a:spcAft>
              <a:buNone/>
            </a:pPr>
            <a:endParaRPr sz="1100">
              <a:solidFill>
                <a:schemeClr val="dk1"/>
              </a:solidFill>
              <a:latin typeface="Arial"/>
              <a:ea typeface="Arial"/>
              <a:cs typeface="Arial"/>
              <a:sym typeface="Arial"/>
            </a:endParaRPr>
          </a:p>
        </p:txBody>
      </p:sp>
      <p:sp>
        <p:nvSpPr>
          <p:cNvPr id="479" name="Google Shape;479;p47"/>
          <p:cNvSpPr txBox="1"/>
          <p:nvPr/>
        </p:nvSpPr>
        <p:spPr>
          <a:xfrm>
            <a:off x="5902776" y="1609442"/>
            <a:ext cx="2368500" cy="2270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a:solidFill>
                  <a:schemeClr val="dk1"/>
                </a:solidFill>
                <a:latin typeface="Arial"/>
                <a:ea typeface="Arial"/>
                <a:cs typeface="Arial"/>
                <a:sym typeface="Arial"/>
              </a:rPr>
              <a:t>Network </a:t>
            </a:r>
            <a:r>
              <a:rPr lang="en" sz="1100" b="1">
                <a:solidFill>
                  <a:schemeClr val="dk1"/>
                </a:solidFill>
              </a:rPr>
              <a:t>A</a:t>
            </a:r>
            <a:r>
              <a:rPr lang="en" sz="1100" b="1">
                <a:solidFill>
                  <a:schemeClr val="dk1"/>
                </a:solidFill>
                <a:latin typeface="Arial"/>
                <a:ea typeface="Arial"/>
                <a:cs typeface="Arial"/>
                <a:sym typeface="Arial"/>
              </a:rPr>
              <a:t>uth</a:t>
            </a:r>
            <a:endParaRPr sz="1100"/>
          </a:p>
          <a:p>
            <a:pPr marL="0" marR="0" lvl="0" indent="0" algn="l" rtl="0">
              <a:spcBef>
                <a:spcPts val="0"/>
              </a:spcBef>
              <a:spcAft>
                <a:spcPts val="0"/>
              </a:spcAft>
              <a:buNone/>
            </a:pPr>
            <a:r>
              <a:rPr lang="en" sz="1100">
                <a:solidFill>
                  <a:schemeClr val="dk1"/>
                </a:solidFill>
                <a:latin typeface="Arial"/>
                <a:ea typeface="Arial"/>
                <a:cs typeface="Arial"/>
                <a:sym typeface="Arial"/>
              </a:rPr>
              <a:t>- 802.1x / TACACCESS+ / Radius</a:t>
            </a:r>
            <a:endParaRPr sz="1100"/>
          </a:p>
          <a:p>
            <a:pPr marL="0" marR="0" lvl="0" indent="0" algn="l" rtl="0">
              <a:spcBef>
                <a:spcPts val="0"/>
              </a:spcBef>
              <a:spcAft>
                <a:spcPts val="0"/>
              </a:spcAft>
              <a:buNone/>
            </a:pPr>
            <a:r>
              <a:rPr lang="en" sz="1100">
                <a:solidFill>
                  <a:schemeClr val="dk1"/>
                </a:solidFill>
                <a:latin typeface="Arial"/>
                <a:ea typeface="Arial"/>
                <a:cs typeface="Arial"/>
                <a:sym typeface="Arial"/>
              </a:rPr>
              <a:t>- Protect VMWare / Cloud infra</a:t>
            </a:r>
            <a:endParaRPr sz="1100"/>
          </a:p>
          <a:p>
            <a:pPr marL="0" marR="0" lvl="0" indent="0" algn="l" rtl="0">
              <a:spcBef>
                <a:spcPts val="0"/>
              </a:spcBef>
              <a:spcAft>
                <a:spcPts val="0"/>
              </a:spcAft>
              <a:buNone/>
            </a:pPr>
            <a:endParaRPr sz="1100">
              <a:solidFill>
                <a:schemeClr val="dk1"/>
              </a:solidFill>
              <a:latin typeface="Arial"/>
              <a:ea typeface="Arial"/>
              <a:cs typeface="Arial"/>
              <a:sym typeface="Arial"/>
            </a:endParaRPr>
          </a:p>
          <a:p>
            <a:pPr marL="0" marR="0" lvl="0" indent="0" algn="l" rtl="0">
              <a:spcBef>
                <a:spcPts val="0"/>
              </a:spcBef>
              <a:spcAft>
                <a:spcPts val="0"/>
              </a:spcAft>
              <a:buNone/>
            </a:pPr>
            <a:r>
              <a:rPr lang="en" sz="1100" b="1">
                <a:solidFill>
                  <a:schemeClr val="dk1"/>
                </a:solidFill>
                <a:latin typeface="Arial"/>
                <a:ea typeface="Arial"/>
                <a:cs typeface="Arial"/>
                <a:sym typeface="Arial"/>
              </a:rPr>
              <a:t>Use AI to automate all aspects of Privileged access </a:t>
            </a:r>
            <a:r>
              <a:rPr lang="en" sz="1100">
                <a:solidFill>
                  <a:schemeClr val="dk1"/>
                </a:solidFill>
                <a:latin typeface="Arial"/>
                <a:ea typeface="Arial"/>
                <a:cs typeface="Arial"/>
                <a:sym typeface="Arial"/>
              </a:rPr>
              <a:t>without IT admin requirements.</a:t>
            </a:r>
            <a:endParaRPr sz="1100"/>
          </a:p>
          <a:p>
            <a:pPr marL="0" marR="0" lvl="0" indent="0" algn="l" rtl="0">
              <a:spcBef>
                <a:spcPts val="0"/>
              </a:spcBef>
              <a:spcAft>
                <a:spcPts val="0"/>
              </a:spcAft>
              <a:buNone/>
            </a:pPr>
            <a:endParaRPr sz="1100">
              <a:solidFill>
                <a:schemeClr val="dk1"/>
              </a:solidFill>
              <a:latin typeface="Arial"/>
              <a:ea typeface="Arial"/>
              <a:cs typeface="Arial"/>
              <a:sym typeface="Arial"/>
            </a:endParaRPr>
          </a:p>
          <a:p>
            <a:pPr marL="0" marR="0" lvl="0" indent="0" algn="l" rtl="0">
              <a:spcBef>
                <a:spcPts val="0"/>
              </a:spcBef>
              <a:spcAft>
                <a:spcPts val="0"/>
              </a:spcAft>
              <a:buNone/>
            </a:pPr>
            <a:r>
              <a:rPr lang="en" sz="1100" b="1">
                <a:solidFill>
                  <a:schemeClr val="dk1"/>
                </a:solidFill>
                <a:latin typeface="Arial"/>
                <a:ea typeface="Arial"/>
                <a:cs typeface="Arial"/>
                <a:sym typeface="Arial"/>
              </a:rPr>
              <a:t>Use AI to automate all aspects of Dynamic Privileged access </a:t>
            </a:r>
            <a:r>
              <a:rPr lang="en" sz="1100">
                <a:solidFill>
                  <a:schemeClr val="dk1"/>
                </a:solidFill>
                <a:latin typeface="Arial"/>
                <a:ea typeface="Arial"/>
                <a:cs typeface="Arial"/>
                <a:sym typeface="Arial"/>
              </a:rPr>
              <a:t>without IT admin requirements.</a:t>
            </a:r>
            <a:endParaRPr sz="1100"/>
          </a:p>
          <a:p>
            <a:pPr marL="0" marR="0" lvl="0" indent="0" algn="l" rtl="0">
              <a:spcBef>
                <a:spcPts val="0"/>
              </a:spcBef>
              <a:spcAft>
                <a:spcPts val="0"/>
              </a:spcAft>
              <a:buNone/>
            </a:pPr>
            <a:endParaRPr sz="1100">
              <a:solidFill>
                <a:schemeClr val="dk1"/>
              </a:solidFill>
              <a:latin typeface="Arial"/>
              <a:ea typeface="Arial"/>
              <a:cs typeface="Arial"/>
              <a:sym typeface="Arial"/>
            </a:endParaRPr>
          </a:p>
          <a:p>
            <a:pPr marL="0" marR="0" lvl="0" indent="0" algn="l" rtl="0">
              <a:spcBef>
                <a:spcPts val="0"/>
              </a:spcBef>
              <a:spcAft>
                <a:spcPts val="0"/>
              </a:spcAft>
              <a:buNone/>
            </a:pPr>
            <a:endParaRPr sz="1100">
              <a:solidFill>
                <a:schemeClr val="dk1"/>
              </a:solidFill>
              <a:latin typeface="Arial"/>
              <a:ea typeface="Arial"/>
              <a:cs typeface="Arial"/>
              <a:sym typeface="Arial"/>
            </a:endParaRPr>
          </a:p>
        </p:txBody>
      </p:sp>
      <p:sp>
        <p:nvSpPr>
          <p:cNvPr id="480" name="Google Shape;480;p47"/>
          <p:cNvSpPr txBox="1"/>
          <p:nvPr/>
        </p:nvSpPr>
        <p:spPr>
          <a:xfrm>
            <a:off x="3233696" y="1609442"/>
            <a:ext cx="2368500" cy="2609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a:solidFill>
                  <a:schemeClr val="dk1"/>
                </a:solidFill>
              </a:rPr>
              <a:t>AI Co-pilot</a:t>
            </a:r>
            <a:endParaRPr sz="1100" b="1">
              <a:solidFill>
                <a:schemeClr val="dk1"/>
              </a:solidFill>
            </a:endParaRPr>
          </a:p>
          <a:p>
            <a:pPr marL="0" marR="0" lvl="0" indent="0" algn="l" rtl="0">
              <a:spcBef>
                <a:spcPts val="0"/>
              </a:spcBef>
              <a:spcAft>
                <a:spcPts val="0"/>
              </a:spcAft>
              <a:buNone/>
            </a:pPr>
            <a:r>
              <a:rPr lang="en" sz="1100">
                <a:solidFill>
                  <a:schemeClr val="dk1"/>
                </a:solidFill>
              </a:rPr>
              <a:t>- For Endpoint rules</a:t>
            </a:r>
            <a:endParaRPr sz="1100">
              <a:solidFill>
                <a:schemeClr val="dk1"/>
              </a:solidFill>
            </a:endParaRPr>
          </a:p>
          <a:p>
            <a:pPr marL="0" marR="0" lvl="0" indent="0" algn="l" rtl="0">
              <a:spcBef>
                <a:spcPts val="0"/>
              </a:spcBef>
              <a:spcAft>
                <a:spcPts val="0"/>
              </a:spcAft>
              <a:buNone/>
            </a:pPr>
            <a:r>
              <a:rPr lang="en" sz="1100">
                <a:solidFill>
                  <a:schemeClr val="dk1"/>
                </a:solidFill>
              </a:rPr>
              <a:t>- For AuthZ rules</a:t>
            </a:r>
            <a:endParaRPr sz="1100">
              <a:solidFill>
                <a:schemeClr val="dk1"/>
              </a:solidFill>
            </a:endParaRPr>
          </a:p>
          <a:p>
            <a:pPr marL="0" marR="0" lvl="0" indent="0" algn="l" rtl="0">
              <a:spcBef>
                <a:spcPts val="0"/>
              </a:spcBef>
              <a:spcAft>
                <a:spcPts val="0"/>
              </a:spcAft>
              <a:buNone/>
            </a:pPr>
            <a:r>
              <a:rPr lang="en" sz="1100">
                <a:solidFill>
                  <a:schemeClr val="dk1"/>
                </a:solidFill>
              </a:rPr>
              <a:t>- For DPA rules</a:t>
            </a:r>
            <a:endParaRPr sz="1100">
              <a:solidFill>
                <a:schemeClr val="dk1"/>
              </a:solidFill>
            </a:endParaRPr>
          </a:p>
          <a:p>
            <a:pPr marL="0" marR="0" lvl="0" indent="0" algn="l" rtl="0">
              <a:spcBef>
                <a:spcPts val="0"/>
              </a:spcBef>
              <a:spcAft>
                <a:spcPts val="0"/>
              </a:spcAft>
              <a:buNone/>
            </a:pPr>
            <a:r>
              <a:rPr lang="en" sz="1100">
                <a:solidFill>
                  <a:schemeClr val="dk1"/>
                </a:solidFill>
              </a:rPr>
              <a:t>- Support co-pilot for support queries</a:t>
            </a:r>
            <a:endParaRPr sz="1100">
              <a:solidFill>
                <a:schemeClr val="dk1"/>
              </a:solidFill>
            </a:endParaRPr>
          </a:p>
          <a:p>
            <a:pPr marL="0" marR="0" lvl="0" indent="0" algn="l" rtl="0">
              <a:spcBef>
                <a:spcPts val="0"/>
              </a:spcBef>
              <a:spcAft>
                <a:spcPts val="0"/>
              </a:spcAft>
              <a:buNone/>
            </a:pPr>
            <a:endParaRPr sz="1100" b="1">
              <a:solidFill>
                <a:schemeClr val="dk1"/>
              </a:solidFill>
            </a:endParaRPr>
          </a:p>
          <a:p>
            <a:pPr marL="0" marR="0" lvl="0" indent="0" algn="l" rtl="0">
              <a:spcBef>
                <a:spcPts val="0"/>
              </a:spcBef>
              <a:spcAft>
                <a:spcPts val="0"/>
              </a:spcAft>
              <a:buNone/>
            </a:pPr>
            <a:r>
              <a:rPr lang="en" sz="1100" b="1">
                <a:solidFill>
                  <a:schemeClr val="dk1"/>
                </a:solidFill>
              </a:rPr>
              <a:t>D</a:t>
            </a:r>
            <a:r>
              <a:rPr lang="en" sz="1100" b="1">
                <a:solidFill>
                  <a:schemeClr val="dk1"/>
                </a:solidFill>
                <a:latin typeface="Arial"/>
                <a:ea typeface="Arial"/>
                <a:cs typeface="Arial"/>
                <a:sym typeface="Arial"/>
              </a:rPr>
              <a:t>ynamic </a:t>
            </a:r>
            <a:r>
              <a:rPr lang="en" sz="1100" b="1">
                <a:solidFill>
                  <a:schemeClr val="dk1"/>
                </a:solidFill>
              </a:rPr>
              <a:t>A</a:t>
            </a:r>
            <a:r>
              <a:rPr lang="en" sz="1100" b="1">
                <a:solidFill>
                  <a:schemeClr val="dk1"/>
                </a:solidFill>
                <a:latin typeface="Arial"/>
                <a:ea typeface="Arial"/>
                <a:cs typeface="Arial"/>
                <a:sym typeface="Arial"/>
              </a:rPr>
              <a:t>uthZ Platform (DAP)</a:t>
            </a:r>
            <a:endParaRPr sz="1100" b="1">
              <a:solidFill>
                <a:schemeClr val="dk1"/>
              </a:solidFill>
              <a:latin typeface="Arial"/>
              <a:ea typeface="Arial"/>
              <a:cs typeface="Arial"/>
              <a:sym typeface="Arial"/>
            </a:endParaRPr>
          </a:p>
          <a:p>
            <a:pPr marL="0" marR="0" lvl="0" indent="0" algn="l" rtl="0">
              <a:spcBef>
                <a:spcPts val="0"/>
              </a:spcBef>
              <a:spcAft>
                <a:spcPts val="0"/>
              </a:spcAft>
              <a:buNone/>
            </a:pPr>
            <a:r>
              <a:rPr lang="en" sz="1100">
                <a:solidFill>
                  <a:schemeClr val="dk1"/>
                </a:solidFill>
                <a:latin typeface="Arial"/>
                <a:ea typeface="Arial"/>
                <a:cs typeface="Arial"/>
                <a:sym typeface="Arial"/>
              </a:rPr>
              <a:t>- </a:t>
            </a:r>
            <a:r>
              <a:rPr lang="en" sz="1100">
                <a:solidFill>
                  <a:schemeClr val="dk1"/>
                </a:solidFill>
              </a:rPr>
              <a:t>R</a:t>
            </a:r>
            <a:r>
              <a:rPr lang="en" sz="1100">
                <a:solidFill>
                  <a:schemeClr val="dk1"/>
                </a:solidFill>
                <a:latin typeface="Arial"/>
                <a:ea typeface="Arial"/>
                <a:cs typeface="Arial"/>
                <a:sym typeface="Arial"/>
              </a:rPr>
              <a:t>ule based dynamic authz</a:t>
            </a:r>
            <a:endParaRPr sz="1100">
              <a:solidFill>
                <a:schemeClr val="dk1"/>
              </a:solidFill>
            </a:endParaRPr>
          </a:p>
          <a:p>
            <a:pPr marL="0" marR="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 sz="1100" b="1">
                <a:solidFill>
                  <a:schemeClr val="dk1"/>
                </a:solidFill>
              </a:rPr>
              <a:t>Dynamic Privileged Access (DPA)</a:t>
            </a:r>
            <a:endParaRPr sz="1100" b="1">
              <a:solidFill>
                <a:schemeClr val="dk1"/>
              </a:solidFill>
            </a:endParaRPr>
          </a:p>
          <a:p>
            <a:pPr marL="0" lvl="0" indent="0" algn="l" rtl="0">
              <a:spcBef>
                <a:spcPts val="0"/>
              </a:spcBef>
              <a:spcAft>
                <a:spcPts val="0"/>
              </a:spcAft>
              <a:buNone/>
            </a:pPr>
            <a:r>
              <a:rPr lang="en" sz="1100">
                <a:solidFill>
                  <a:schemeClr val="dk1"/>
                </a:solidFill>
              </a:rPr>
              <a:t>- JIT credentials</a:t>
            </a:r>
            <a:endParaRPr sz="1100">
              <a:solidFill>
                <a:schemeClr val="dk1"/>
              </a:solidFill>
            </a:endParaRPr>
          </a:p>
          <a:p>
            <a:pPr marL="0" lvl="0" indent="0" algn="l" rtl="0">
              <a:spcBef>
                <a:spcPts val="0"/>
              </a:spcBef>
              <a:spcAft>
                <a:spcPts val="0"/>
              </a:spcAft>
              <a:buNone/>
            </a:pPr>
            <a:r>
              <a:rPr lang="en" sz="1100">
                <a:solidFill>
                  <a:schemeClr val="dk1"/>
                </a:solidFill>
              </a:rPr>
              <a:t>- AI copilot to help implement</a:t>
            </a:r>
            <a:endParaRPr sz="1100">
              <a:solidFill>
                <a:schemeClr val="dk1"/>
              </a:solidFill>
            </a:endParaRPr>
          </a:p>
          <a:p>
            <a:pPr marL="0" marR="0" lvl="0" indent="0" algn="l" rtl="0">
              <a:spcBef>
                <a:spcPts val="0"/>
              </a:spcBef>
              <a:spcAft>
                <a:spcPts val="0"/>
              </a:spcAft>
              <a:buNone/>
            </a:pPr>
            <a:endParaRPr sz="1100">
              <a:solidFill>
                <a:schemeClr val="dk1"/>
              </a:solidFill>
              <a:latin typeface="Arial"/>
              <a:ea typeface="Arial"/>
              <a:cs typeface="Arial"/>
              <a:sym typeface="Arial"/>
            </a:endParaRPr>
          </a:p>
        </p:txBody>
      </p:sp>
      <p:pic>
        <p:nvPicPr>
          <p:cNvPr id="481" name="Google Shape;481;p47" descr="Raspberry Pi OS - Wikipedia"/>
          <p:cNvPicPr preferRelativeResize="0"/>
          <p:nvPr/>
        </p:nvPicPr>
        <p:blipFill rotWithShape="1">
          <a:blip r:embed="rId3">
            <a:alphaModFix/>
          </a:blip>
          <a:srcRect/>
          <a:stretch/>
        </p:blipFill>
        <p:spPr>
          <a:xfrm>
            <a:off x="276003" y="4452059"/>
            <a:ext cx="897766" cy="298058"/>
          </a:xfrm>
          <a:prstGeom prst="rect">
            <a:avLst/>
          </a:prstGeom>
          <a:noFill/>
          <a:ln>
            <a:noFill/>
          </a:ln>
        </p:spPr>
      </p:pic>
      <p:pic>
        <p:nvPicPr>
          <p:cNvPr id="482" name="Google Shape;482;p47"/>
          <p:cNvPicPr preferRelativeResize="0"/>
          <p:nvPr/>
        </p:nvPicPr>
        <p:blipFill rotWithShape="1">
          <a:blip r:embed="rId4">
            <a:alphaModFix/>
          </a:blip>
          <a:srcRect/>
          <a:stretch/>
        </p:blipFill>
        <p:spPr>
          <a:xfrm>
            <a:off x="1278274" y="4388055"/>
            <a:ext cx="1628775" cy="504825"/>
          </a:xfrm>
          <a:prstGeom prst="rect">
            <a:avLst/>
          </a:prstGeom>
          <a:noFill/>
          <a:ln>
            <a:noFill/>
          </a:ln>
        </p:spPr>
      </p:pic>
      <p:pic>
        <p:nvPicPr>
          <p:cNvPr id="483" name="Google Shape;483;p47" descr="Ubuntu Download for Free - 2023 Latest Version"/>
          <p:cNvPicPr preferRelativeResize="0"/>
          <p:nvPr/>
        </p:nvPicPr>
        <p:blipFill rotWithShape="1">
          <a:blip r:embed="rId5">
            <a:alphaModFix/>
          </a:blip>
          <a:srcRect/>
          <a:stretch/>
        </p:blipFill>
        <p:spPr>
          <a:xfrm>
            <a:off x="2999216" y="4301735"/>
            <a:ext cx="677466" cy="677466"/>
          </a:xfrm>
          <a:prstGeom prst="rect">
            <a:avLst/>
          </a:prstGeom>
          <a:noFill/>
          <a:ln>
            <a:noFill/>
          </a:ln>
        </p:spPr>
      </p:pic>
      <p:pic>
        <p:nvPicPr>
          <p:cNvPr id="484" name="Google Shape;484;p47" descr="KVM - Installation - Oracle Video Hub"/>
          <p:cNvPicPr preferRelativeResize="0"/>
          <p:nvPr/>
        </p:nvPicPr>
        <p:blipFill rotWithShape="1">
          <a:blip r:embed="rId6">
            <a:alphaModFix/>
          </a:blip>
          <a:srcRect/>
          <a:stretch/>
        </p:blipFill>
        <p:spPr>
          <a:xfrm>
            <a:off x="3770617" y="4271561"/>
            <a:ext cx="677465" cy="677465"/>
          </a:xfrm>
          <a:prstGeom prst="rect">
            <a:avLst/>
          </a:prstGeom>
          <a:noFill/>
          <a:ln>
            <a:noFill/>
          </a:ln>
        </p:spPr>
      </p:pic>
      <p:pic>
        <p:nvPicPr>
          <p:cNvPr id="485" name="Google Shape;485;p47" descr="CentOS Stream: what this new model is and what you should know | Linux  Addicts"/>
          <p:cNvPicPr preferRelativeResize="0"/>
          <p:nvPr/>
        </p:nvPicPr>
        <p:blipFill rotWithShape="1">
          <a:blip r:embed="rId7">
            <a:alphaModFix/>
          </a:blip>
          <a:srcRect/>
          <a:stretch/>
        </p:blipFill>
        <p:spPr>
          <a:xfrm>
            <a:off x="4491521" y="4271560"/>
            <a:ext cx="1129108" cy="677465"/>
          </a:xfrm>
          <a:prstGeom prst="rect">
            <a:avLst/>
          </a:prstGeom>
          <a:noFill/>
          <a:ln>
            <a:noFill/>
          </a:ln>
        </p:spPr>
      </p:pic>
      <p:pic>
        <p:nvPicPr>
          <p:cNvPr id="486" name="Google Shape;486;p47" descr="Meet Amazon's Own Linux Distribution Bottlerocket"/>
          <p:cNvPicPr preferRelativeResize="0"/>
          <p:nvPr/>
        </p:nvPicPr>
        <p:blipFill rotWithShape="1">
          <a:blip r:embed="rId8">
            <a:alphaModFix/>
          </a:blip>
          <a:srcRect/>
          <a:stretch/>
        </p:blipFill>
        <p:spPr>
          <a:xfrm>
            <a:off x="552559" y="4721717"/>
            <a:ext cx="457750" cy="257484"/>
          </a:xfrm>
          <a:prstGeom prst="rect">
            <a:avLst/>
          </a:prstGeom>
          <a:noFill/>
          <a:ln>
            <a:noFill/>
          </a:ln>
        </p:spPr>
      </p:pic>
      <p:sp>
        <p:nvSpPr>
          <p:cNvPr id="487" name="Google Shape;487;p47"/>
          <p:cNvSpPr txBox="1"/>
          <p:nvPr/>
        </p:nvSpPr>
        <p:spPr>
          <a:xfrm>
            <a:off x="351977" y="4065111"/>
            <a:ext cx="4042800" cy="253800"/>
          </a:xfrm>
          <a:prstGeom prst="rect">
            <a:avLst/>
          </a:prstGeom>
          <a:solidFill>
            <a:schemeClr val="lt1"/>
          </a:solid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200" b="1">
                <a:solidFill>
                  <a:schemeClr val="dk1"/>
                </a:solidFill>
              </a:rPr>
              <a:t>MFA with Biometric and/or Passwordless Credentials</a:t>
            </a:r>
            <a:endParaRPr sz="1200" b="1"/>
          </a:p>
        </p:txBody>
      </p:sp>
      <p:sp>
        <p:nvSpPr>
          <p:cNvPr id="488" name="Google Shape;488;p47"/>
          <p:cNvSpPr txBox="1"/>
          <p:nvPr/>
        </p:nvSpPr>
        <p:spPr>
          <a:xfrm>
            <a:off x="6761950" y="4052375"/>
            <a:ext cx="1208700" cy="253800"/>
          </a:xfrm>
          <a:prstGeom prst="rect">
            <a:avLst/>
          </a:prstGeom>
          <a:solidFill>
            <a:schemeClr val="lt1"/>
          </a:solid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200" b="1">
                <a:solidFill>
                  <a:schemeClr val="dk1"/>
                </a:solidFill>
              </a:rPr>
              <a:t>Coming Soon</a:t>
            </a:r>
            <a:endParaRPr sz="1200" b="1"/>
          </a:p>
        </p:txBody>
      </p:sp>
      <p:sp>
        <p:nvSpPr>
          <p:cNvPr id="489" name="Google Shape;489;p47"/>
          <p:cNvSpPr txBox="1"/>
          <p:nvPr/>
        </p:nvSpPr>
        <p:spPr>
          <a:xfrm>
            <a:off x="6801409" y="4326007"/>
            <a:ext cx="1868400" cy="577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a:solidFill>
                  <a:srgbClr val="0000C6"/>
                </a:solidFill>
                <a:latin typeface="Arial"/>
                <a:ea typeface="Arial"/>
                <a:cs typeface="Arial"/>
                <a:sym typeface="Arial"/>
              </a:rPr>
              <a:t>802.1x / Radius</a:t>
            </a:r>
            <a:endParaRPr sz="1100"/>
          </a:p>
          <a:p>
            <a:pPr marL="0" marR="0" lvl="0" indent="0" algn="l" rtl="0">
              <a:spcBef>
                <a:spcPts val="0"/>
              </a:spcBef>
              <a:spcAft>
                <a:spcPts val="0"/>
              </a:spcAft>
              <a:buNone/>
            </a:pPr>
            <a:r>
              <a:rPr lang="en" sz="1100">
                <a:solidFill>
                  <a:srgbClr val="0000C6"/>
                </a:solidFill>
                <a:latin typeface="Arial"/>
                <a:ea typeface="Arial"/>
                <a:cs typeface="Arial"/>
                <a:sym typeface="Arial"/>
              </a:rPr>
              <a:t>TACACCESS+</a:t>
            </a:r>
            <a:endParaRPr sz="1100"/>
          </a:p>
          <a:p>
            <a:pPr marL="0" marR="0" lvl="0" indent="0" algn="l" rtl="0">
              <a:spcBef>
                <a:spcPts val="0"/>
              </a:spcBef>
              <a:spcAft>
                <a:spcPts val="0"/>
              </a:spcAft>
              <a:buNone/>
            </a:pPr>
            <a:r>
              <a:rPr lang="en" sz="1100">
                <a:solidFill>
                  <a:srgbClr val="0000C6"/>
                </a:solidFill>
                <a:latin typeface="Arial"/>
                <a:ea typeface="Arial"/>
                <a:cs typeface="Arial"/>
                <a:sym typeface="Arial"/>
              </a:rPr>
              <a:t>Kerberos </a:t>
            </a:r>
            <a:endParaRPr sz="1100"/>
          </a:p>
        </p:txBody>
      </p:sp>
      <p:pic>
        <p:nvPicPr>
          <p:cNvPr id="490" name="Google Shape;490;p47" descr="Windows Server png images | PNGEgg"/>
          <p:cNvPicPr preferRelativeResize="0"/>
          <p:nvPr/>
        </p:nvPicPr>
        <p:blipFill rotWithShape="1">
          <a:blip r:embed="rId9">
            <a:alphaModFix/>
          </a:blip>
          <a:srcRect/>
          <a:stretch/>
        </p:blipFill>
        <p:spPr>
          <a:xfrm>
            <a:off x="5826576" y="4389280"/>
            <a:ext cx="548512" cy="55304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48"/>
          <p:cNvSpPr txBox="1"/>
          <p:nvPr/>
        </p:nvSpPr>
        <p:spPr>
          <a:xfrm>
            <a:off x="351975" y="2363775"/>
            <a:ext cx="2008800" cy="2208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b="1">
                <a:solidFill>
                  <a:srgbClr val="0000C6"/>
                </a:solidFill>
                <a:latin typeface="Arial"/>
                <a:ea typeface="Arial"/>
                <a:cs typeface="Arial"/>
                <a:sym typeface="Arial"/>
              </a:rPr>
              <a:t>Decentralized </a:t>
            </a:r>
            <a:r>
              <a:rPr lang="en" b="1">
                <a:solidFill>
                  <a:srgbClr val="0000C6"/>
                </a:solidFill>
              </a:rPr>
              <a:t>System eliminates Vault</a:t>
            </a:r>
            <a:endParaRPr sz="1100"/>
          </a:p>
          <a:p>
            <a:pPr marL="0" marR="0" lvl="0" indent="0" algn="l" rtl="0">
              <a:spcBef>
                <a:spcPts val="0"/>
              </a:spcBef>
              <a:spcAft>
                <a:spcPts val="0"/>
              </a:spcAft>
              <a:buNone/>
            </a:pPr>
            <a:endParaRPr sz="1100">
              <a:solidFill>
                <a:srgbClr val="0000C6"/>
              </a:solidFill>
              <a:latin typeface="Arial"/>
              <a:ea typeface="Arial"/>
              <a:cs typeface="Arial"/>
              <a:sym typeface="Arial"/>
            </a:endParaRPr>
          </a:p>
          <a:p>
            <a:pPr marL="0" marR="0" lvl="0" indent="0" algn="l" rtl="0">
              <a:spcBef>
                <a:spcPts val="0"/>
              </a:spcBef>
              <a:spcAft>
                <a:spcPts val="0"/>
              </a:spcAft>
              <a:buNone/>
            </a:pPr>
            <a:r>
              <a:rPr lang="en" sz="1000">
                <a:solidFill>
                  <a:srgbClr val="0000C6"/>
                </a:solidFill>
                <a:latin typeface="Arial"/>
                <a:ea typeface="Arial"/>
                <a:cs typeface="Arial"/>
                <a:sym typeface="Arial"/>
              </a:rPr>
              <a:t>AuthNull delivers a modern PAM as a decentralized id platform with the highest (FIPS 140</a:t>
            </a:r>
            <a:endParaRPr sz="1000"/>
          </a:p>
          <a:p>
            <a:pPr marL="0" marR="0" lvl="0" indent="0" algn="l" rtl="0">
              <a:spcBef>
                <a:spcPts val="0"/>
              </a:spcBef>
              <a:spcAft>
                <a:spcPts val="0"/>
              </a:spcAft>
              <a:buClr>
                <a:schemeClr val="dk1"/>
              </a:buClr>
              <a:buSzPts val="1100"/>
              <a:buFont typeface="Arial"/>
              <a:buNone/>
            </a:pPr>
            <a:endParaRPr sz="1000">
              <a:solidFill>
                <a:schemeClr val="dk1"/>
              </a:solidFill>
              <a:latin typeface="Arial"/>
              <a:ea typeface="Arial"/>
              <a:cs typeface="Arial"/>
              <a:sym typeface="Arial"/>
            </a:endParaRPr>
          </a:p>
          <a:p>
            <a:pPr marL="0" marR="0" lvl="0" indent="0" algn="l" rtl="0">
              <a:spcBef>
                <a:spcPts val="0"/>
              </a:spcBef>
              <a:spcAft>
                <a:spcPts val="0"/>
              </a:spcAft>
              <a:buNone/>
            </a:pPr>
            <a:r>
              <a:rPr lang="en" sz="1000" u="sng">
                <a:solidFill>
                  <a:schemeClr val="hlink"/>
                </a:solidFill>
                <a:latin typeface="Arial"/>
                <a:ea typeface="Arial"/>
                <a:cs typeface="Arial"/>
                <a:sym typeface="Arial"/>
                <a:hlinkClick r:id="rId3"/>
              </a:rPr>
              <a:t>FIPS 140—2 compliant DID is based on EDSA / ED25519</a:t>
            </a:r>
            <a:r>
              <a:rPr lang="en" sz="1000">
                <a:solidFill>
                  <a:schemeClr val="dk1"/>
                </a:solidFill>
                <a:latin typeface="Arial"/>
                <a:ea typeface="Arial"/>
                <a:cs typeface="Arial"/>
                <a:sym typeface="Arial"/>
              </a:rPr>
              <a:t> signature scheme</a:t>
            </a:r>
            <a:endParaRPr sz="1000">
              <a:solidFill>
                <a:schemeClr val="dk1"/>
              </a:solidFill>
              <a:latin typeface="Arial"/>
              <a:ea typeface="Arial"/>
              <a:cs typeface="Arial"/>
              <a:sym typeface="Arial"/>
            </a:endParaRPr>
          </a:p>
          <a:p>
            <a:pPr marL="0" marR="0" lvl="0" indent="0" algn="l" rtl="0">
              <a:spcBef>
                <a:spcPts val="0"/>
              </a:spcBef>
              <a:spcAft>
                <a:spcPts val="0"/>
              </a:spcAft>
              <a:buNone/>
            </a:pPr>
            <a:endParaRPr sz="1000">
              <a:solidFill>
                <a:schemeClr val="dk1"/>
              </a:solidFill>
            </a:endParaRPr>
          </a:p>
          <a:p>
            <a:pPr marL="0" marR="0" lvl="0" indent="0" algn="l" rtl="0">
              <a:spcBef>
                <a:spcPts val="0"/>
              </a:spcBef>
              <a:spcAft>
                <a:spcPts val="0"/>
              </a:spcAft>
              <a:buNone/>
            </a:pPr>
            <a:r>
              <a:rPr lang="en" sz="1000">
                <a:solidFill>
                  <a:schemeClr val="dk1"/>
                </a:solidFill>
                <a:latin typeface="Arial"/>
                <a:ea typeface="Arial"/>
                <a:cs typeface="Arial"/>
                <a:sym typeface="Arial"/>
              </a:rPr>
              <a:t>Elimination of all major attack vectors without a secrets server.</a:t>
            </a:r>
            <a:endParaRPr sz="1300">
              <a:solidFill>
                <a:schemeClr val="dk1"/>
              </a:solidFill>
              <a:latin typeface="Arial"/>
              <a:ea typeface="Arial"/>
              <a:cs typeface="Arial"/>
              <a:sym typeface="Arial"/>
            </a:endParaRPr>
          </a:p>
        </p:txBody>
      </p:sp>
      <p:sp>
        <p:nvSpPr>
          <p:cNvPr id="496" name="Google Shape;496;p48"/>
          <p:cNvSpPr txBox="1"/>
          <p:nvPr/>
        </p:nvSpPr>
        <p:spPr>
          <a:xfrm>
            <a:off x="2671416" y="2363772"/>
            <a:ext cx="1938900" cy="17316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b="1">
                <a:solidFill>
                  <a:srgbClr val="0000C6"/>
                </a:solidFill>
                <a:latin typeface="Arial"/>
                <a:ea typeface="Arial"/>
                <a:cs typeface="Arial"/>
                <a:sym typeface="Arial"/>
              </a:rPr>
              <a:t>Passwordless + biometric 2FA </a:t>
            </a:r>
            <a:r>
              <a:rPr lang="en" b="1">
                <a:solidFill>
                  <a:srgbClr val="0000C6"/>
                </a:solidFill>
              </a:rPr>
              <a:t>authentication</a:t>
            </a:r>
            <a:r>
              <a:rPr lang="en" sz="1400" b="1">
                <a:solidFill>
                  <a:srgbClr val="0000C6"/>
                </a:solidFill>
                <a:latin typeface="Arial"/>
                <a:ea typeface="Arial"/>
                <a:cs typeface="Arial"/>
                <a:sym typeface="Arial"/>
              </a:rPr>
              <a:t> </a:t>
            </a:r>
            <a:endParaRPr sz="1100"/>
          </a:p>
          <a:p>
            <a:pPr marL="0" marR="0" lvl="0" indent="0" algn="l" rtl="0">
              <a:spcBef>
                <a:spcPts val="0"/>
              </a:spcBef>
              <a:spcAft>
                <a:spcPts val="0"/>
              </a:spcAft>
              <a:buNone/>
            </a:pPr>
            <a:endParaRPr sz="1100">
              <a:solidFill>
                <a:srgbClr val="0000C6"/>
              </a:solidFill>
              <a:latin typeface="Arial"/>
              <a:ea typeface="Arial"/>
              <a:cs typeface="Arial"/>
              <a:sym typeface="Arial"/>
            </a:endParaRPr>
          </a:p>
          <a:p>
            <a:pPr marL="0" marR="0" lvl="0" indent="0" algn="l" rtl="0">
              <a:spcBef>
                <a:spcPts val="0"/>
              </a:spcBef>
              <a:spcAft>
                <a:spcPts val="0"/>
              </a:spcAft>
              <a:buNone/>
            </a:pPr>
            <a:r>
              <a:rPr lang="en" sz="1000">
                <a:solidFill>
                  <a:srgbClr val="0000C6"/>
                </a:solidFill>
                <a:latin typeface="Arial"/>
                <a:ea typeface="Arial"/>
                <a:cs typeface="Arial"/>
                <a:sym typeface="Arial"/>
              </a:rPr>
              <a:t>Passwordless + 2FA auth delivers stringent NIST AAL2 compliance</a:t>
            </a:r>
            <a:r>
              <a:rPr lang="en" sz="1000">
                <a:solidFill>
                  <a:srgbClr val="0000C6"/>
                </a:solidFill>
              </a:rPr>
              <a:t>. </a:t>
            </a:r>
            <a:endParaRPr sz="1000"/>
          </a:p>
          <a:p>
            <a:pPr marL="0" marR="0" lvl="0" indent="0" algn="l" rtl="0">
              <a:spcBef>
                <a:spcPts val="0"/>
              </a:spcBef>
              <a:spcAft>
                <a:spcPts val="0"/>
              </a:spcAft>
              <a:buNone/>
            </a:pPr>
            <a:endParaRPr sz="1100">
              <a:solidFill>
                <a:schemeClr val="dk1"/>
              </a:solidFill>
              <a:latin typeface="Arial"/>
              <a:ea typeface="Arial"/>
              <a:cs typeface="Arial"/>
              <a:sym typeface="Arial"/>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497" name="Google Shape;497;p48"/>
          <p:cNvSpPr txBox="1"/>
          <p:nvPr/>
        </p:nvSpPr>
        <p:spPr>
          <a:xfrm>
            <a:off x="4920956" y="2363775"/>
            <a:ext cx="1938900" cy="1531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b="1">
                <a:solidFill>
                  <a:srgbClr val="0000C6"/>
                </a:solidFill>
                <a:latin typeface="Arial"/>
                <a:ea typeface="Arial"/>
                <a:cs typeface="Arial"/>
                <a:sym typeface="Arial"/>
              </a:rPr>
              <a:t>Dynamic AuthZ</a:t>
            </a:r>
            <a:endParaRPr sz="1400" b="1">
              <a:solidFill>
                <a:srgbClr val="0000C6"/>
              </a:solidFill>
              <a:latin typeface="Arial"/>
              <a:ea typeface="Arial"/>
              <a:cs typeface="Arial"/>
              <a:sym typeface="Arial"/>
            </a:endParaRPr>
          </a:p>
          <a:p>
            <a:pPr marL="0" marR="0" lvl="0" indent="0" algn="l" rtl="0">
              <a:spcBef>
                <a:spcPts val="0"/>
              </a:spcBef>
              <a:spcAft>
                <a:spcPts val="0"/>
              </a:spcAft>
              <a:buNone/>
            </a:pPr>
            <a:endParaRPr sz="1100">
              <a:solidFill>
                <a:srgbClr val="0000C6"/>
              </a:solidFill>
              <a:latin typeface="Arial"/>
              <a:ea typeface="Arial"/>
              <a:cs typeface="Arial"/>
              <a:sym typeface="Arial"/>
            </a:endParaRPr>
          </a:p>
          <a:p>
            <a:pPr marL="0" marR="0" lvl="0" indent="0" algn="l" rtl="0">
              <a:spcBef>
                <a:spcPts val="0"/>
              </a:spcBef>
              <a:spcAft>
                <a:spcPts val="0"/>
              </a:spcAft>
              <a:buNone/>
            </a:pPr>
            <a:r>
              <a:rPr lang="en" sz="1000">
                <a:solidFill>
                  <a:schemeClr val="dk1"/>
                </a:solidFill>
              </a:rPr>
              <a:t>Dynamic authZ provides rule-based conditional access.</a:t>
            </a:r>
            <a:endParaRPr sz="1000">
              <a:solidFill>
                <a:schemeClr val="dk1"/>
              </a:solidFill>
            </a:endParaRPr>
          </a:p>
          <a:p>
            <a:pPr marL="0" marR="0" lvl="0" indent="0" algn="l" rtl="0">
              <a:spcBef>
                <a:spcPts val="0"/>
              </a:spcBef>
              <a:spcAft>
                <a:spcPts val="0"/>
              </a:spcAft>
              <a:buNone/>
            </a:pPr>
            <a:endParaRPr sz="1000">
              <a:solidFill>
                <a:schemeClr val="dk1"/>
              </a:solidFill>
            </a:endParaRPr>
          </a:p>
          <a:p>
            <a:pPr marL="0" marR="0" lvl="0" indent="0" algn="l" rtl="0">
              <a:spcBef>
                <a:spcPts val="0"/>
              </a:spcBef>
              <a:spcAft>
                <a:spcPts val="0"/>
              </a:spcAft>
              <a:buNone/>
            </a:pPr>
            <a:r>
              <a:rPr lang="en" sz="1000">
                <a:solidFill>
                  <a:schemeClr val="dk1"/>
                </a:solidFill>
              </a:rPr>
              <a:t>It allows users to have true conditional access and modifies permissions on the fly without the need for standing privileges.</a:t>
            </a:r>
            <a:endParaRPr sz="1000"/>
          </a:p>
        </p:txBody>
      </p:sp>
      <p:pic>
        <p:nvPicPr>
          <p:cNvPr id="498" name="Google Shape;498;p48" descr="Why A Rules Engine Is Essential For Digital Business | ACTICO"/>
          <p:cNvPicPr preferRelativeResize="0"/>
          <p:nvPr/>
        </p:nvPicPr>
        <p:blipFill rotWithShape="1">
          <a:blip r:embed="rId4">
            <a:alphaModFix/>
          </a:blip>
          <a:srcRect/>
          <a:stretch/>
        </p:blipFill>
        <p:spPr>
          <a:xfrm>
            <a:off x="5078237" y="981665"/>
            <a:ext cx="1597945" cy="1029600"/>
          </a:xfrm>
          <a:prstGeom prst="rect">
            <a:avLst/>
          </a:prstGeom>
          <a:noFill/>
          <a:ln w="9525" cap="flat" cmpd="sng">
            <a:solidFill>
              <a:srgbClr val="D8D8D8"/>
            </a:solidFill>
            <a:prstDash val="solid"/>
            <a:round/>
            <a:headEnd type="none" w="sm" len="sm"/>
            <a:tailEnd type="none" w="sm" len="sm"/>
          </a:ln>
        </p:spPr>
      </p:pic>
      <p:sp>
        <p:nvSpPr>
          <p:cNvPr id="499" name="Google Shape;499;p48"/>
          <p:cNvSpPr txBox="1"/>
          <p:nvPr/>
        </p:nvSpPr>
        <p:spPr>
          <a:xfrm>
            <a:off x="7170497" y="2363772"/>
            <a:ext cx="1938900" cy="19008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b="1">
                <a:solidFill>
                  <a:srgbClr val="0000C6"/>
                </a:solidFill>
                <a:latin typeface="Arial"/>
                <a:ea typeface="Arial"/>
                <a:cs typeface="Arial"/>
                <a:sym typeface="Arial"/>
              </a:rPr>
              <a:t>AI </a:t>
            </a:r>
            <a:r>
              <a:rPr lang="en" b="1">
                <a:solidFill>
                  <a:srgbClr val="0000C6"/>
                </a:solidFill>
              </a:rPr>
              <a:t>Copilot</a:t>
            </a:r>
            <a:endParaRPr sz="1100"/>
          </a:p>
          <a:p>
            <a:pPr marL="0" marR="0" lvl="0" indent="0" algn="l" rtl="0">
              <a:spcBef>
                <a:spcPts val="0"/>
              </a:spcBef>
              <a:spcAft>
                <a:spcPts val="0"/>
              </a:spcAft>
              <a:buNone/>
            </a:pPr>
            <a:endParaRPr sz="1100">
              <a:solidFill>
                <a:srgbClr val="0000C6"/>
              </a:solidFill>
              <a:latin typeface="Arial"/>
              <a:ea typeface="Arial"/>
              <a:cs typeface="Arial"/>
              <a:sym typeface="Arial"/>
            </a:endParaRPr>
          </a:p>
          <a:p>
            <a:pPr marL="0" marR="0" lvl="0" indent="0" algn="l" rtl="0">
              <a:spcBef>
                <a:spcPts val="0"/>
              </a:spcBef>
              <a:spcAft>
                <a:spcPts val="0"/>
              </a:spcAft>
              <a:buNone/>
            </a:pPr>
            <a:r>
              <a:rPr lang="en" sz="1000">
                <a:solidFill>
                  <a:schemeClr val="dk1"/>
                </a:solidFill>
              </a:rPr>
              <a:t>AuthNull provides a conversational chat assistant that can complement and reduce the workload of IT teams. It helps in managing privileged access and dynamic authorization.</a:t>
            </a:r>
            <a:endParaRPr sz="1000">
              <a:solidFill>
                <a:schemeClr val="dk1"/>
              </a:solidFill>
              <a:latin typeface="Arial"/>
              <a:ea typeface="Arial"/>
              <a:cs typeface="Arial"/>
              <a:sym typeface="Arial"/>
            </a:endParaRPr>
          </a:p>
          <a:p>
            <a:pPr marL="0" marR="0" lvl="0" indent="0" algn="l" rtl="0">
              <a:spcBef>
                <a:spcPts val="0"/>
              </a:spcBef>
              <a:spcAft>
                <a:spcPts val="0"/>
              </a:spcAft>
              <a:buNone/>
            </a:pPr>
            <a:endParaRPr sz="1000">
              <a:solidFill>
                <a:schemeClr val="dk1"/>
              </a:solidFill>
              <a:latin typeface="Arial"/>
              <a:ea typeface="Arial"/>
              <a:cs typeface="Arial"/>
              <a:sym typeface="Arial"/>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p:txBody>
      </p:sp>
      <p:grpSp>
        <p:nvGrpSpPr>
          <p:cNvPr id="500" name="Google Shape;500;p48"/>
          <p:cNvGrpSpPr/>
          <p:nvPr/>
        </p:nvGrpSpPr>
        <p:grpSpPr>
          <a:xfrm>
            <a:off x="7170497" y="890135"/>
            <a:ext cx="1621500" cy="1115400"/>
            <a:chOff x="7170497" y="890135"/>
            <a:chExt cx="1621500" cy="1115400"/>
          </a:xfrm>
        </p:grpSpPr>
        <p:sp>
          <p:nvSpPr>
            <p:cNvPr id="501" name="Google Shape;501;p48"/>
            <p:cNvSpPr/>
            <p:nvPr/>
          </p:nvSpPr>
          <p:spPr>
            <a:xfrm>
              <a:off x="7170497" y="890135"/>
              <a:ext cx="1621500" cy="1115400"/>
            </a:xfrm>
            <a:prstGeom prst="wedgeRoundRectCallout">
              <a:avLst>
                <a:gd name="adj1" fmla="val -20833"/>
                <a:gd name="adj2" fmla="val 62500"/>
                <a:gd name="adj3" fmla="val 0"/>
              </a:avLst>
            </a:prstGeom>
            <a:solidFill>
              <a:srgbClr val="E8F5FF"/>
            </a:solidFill>
            <a:ln w="12700" cap="flat" cmpd="sng">
              <a:solidFill>
                <a:srgbClr val="D0CECE"/>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502" name="Google Shape;502;p48"/>
            <p:cNvSpPr/>
            <p:nvPr/>
          </p:nvSpPr>
          <p:spPr>
            <a:xfrm>
              <a:off x="7389349" y="1103493"/>
              <a:ext cx="1183800" cy="179700"/>
            </a:xfrm>
            <a:prstGeom prst="rect">
              <a:avLst/>
            </a:prstGeom>
            <a:solidFill>
              <a:srgbClr val="BBD6E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503" name="Google Shape;503;p48"/>
            <p:cNvSpPr/>
            <p:nvPr/>
          </p:nvSpPr>
          <p:spPr>
            <a:xfrm>
              <a:off x="7389349" y="1382576"/>
              <a:ext cx="873000" cy="179700"/>
            </a:xfrm>
            <a:prstGeom prst="rect">
              <a:avLst/>
            </a:prstGeom>
            <a:solidFill>
              <a:srgbClr val="BBD6E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grpSp>
      <p:sp>
        <p:nvSpPr>
          <p:cNvPr id="504" name="Google Shape;504;p48"/>
          <p:cNvSpPr txBox="1">
            <a:spLocks noGrp="1"/>
          </p:cNvSpPr>
          <p:nvPr>
            <p:ph type="title"/>
          </p:nvPr>
        </p:nvSpPr>
        <p:spPr>
          <a:xfrm>
            <a:off x="385050" y="267300"/>
            <a:ext cx="8281800" cy="4875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chemeClr val="dk1"/>
              </a:buClr>
              <a:buSzPts val="1800"/>
              <a:buFont typeface="Arial"/>
              <a:buNone/>
            </a:pPr>
            <a:r>
              <a:rPr lang="en" sz="2000"/>
              <a:t>Our solution &amp; differentiation</a:t>
            </a:r>
            <a:endParaRPr sz="2000"/>
          </a:p>
        </p:txBody>
      </p:sp>
      <p:pic>
        <p:nvPicPr>
          <p:cNvPr id="505" name="Google Shape;505;p48"/>
          <p:cNvPicPr preferRelativeResize="0"/>
          <p:nvPr/>
        </p:nvPicPr>
        <p:blipFill>
          <a:blip r:embed="rId5">
            <a:alphaModFix/>
          </a:blip>
          <a:stretch>
            <a:fillRect/>
          </a:stretch>
        </p:blipFill>
        <p:spPr>
          <a:xfrm>
            <a:off x="460875" y="1178125"/>
            <a:ext cx="1744526" cy="981925"/>
          </a:xfrm>
          <a:prstGeom prst="rect">
            <a:avLst/>
          </a:prstGeom>
          <a:noFill/>
          <a:ln>
            <a:noFill/>
          </a:ln>
        </p:spPr>
      </p:pic>
      <p:pic>
        <p:nvPicPr>
          <p:cNvPr id="506" name="Google Shape;506;p48"/>
          <p:cNvPicPr preferRelativeResize="0"/>
          <p:nvPr/>
        </p:nvPicPr>
        <p:blipFill>
          <a:blip r:embed="rId6">
            <a:alphaModFix/>
          </a:blip>
          <a:stretch>
            <a:fillRect/>
          </a:stretch>
        </p:blipFill>
        <p:spPr>
          <a:xfrm>
            <a:off x="2671425" y="1198062"/>
            <a:ext cx="1744525" cy="94204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510"/>
        <p:cNvGrpSpPr/>
        <p:nvPr/>
      </p:nvGrpSpPr>
      <p:grpSpPr>
        <a:xfrm>
          <a:off x="0" y="0"/>
          <a:ext cx="0" cy="0"/>
          <a:chOff x="0" y="0"/>
          <a:chExt cx="0" cy="0"/>
        </a:xfrm>
      </p:grpSpPr>
      <p:sp>
        <p:nvSpPr>
          <p:cNvPr id="511" name="Google Shape;511;p49"/>
          <p:cNvSpPr/>
          <p:nvPr/>
        </p:nvSpPr>
        <p:spPr>
          <a:xfrm>
            <a:off x="3907465" y="1"/>
            <a:ext cx="5236535" cy="5143500"/>
          </a:xfrm>
          <a:prstGeom prst="rect">
            <a:avLst/>
          </a:prstGeom>
          <a:solidFill>
            <a:srgbClr val="323F4F"/>
          </a:solidFill>
          <a:ln w="12700" cap="flat" cmpd="sng">
            <a:solidFill>
              <a:srgbClr val="62615E"/>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512" name="Google Shape;512;p49"/>
          <p:cNvSpPr txBox="1">
            <a:spLocks noGrp="1"/>
          </p:cNvSpPr>
          <p:nvPr>
            <p:ph type="title"/>
          </p:nvPr>
        </p:nvSpPr>
        <p:spPr>
          <a:xfrm>
            <a:off x="104771" y="-37549"/>
            <a:ext cx="6578065" cy="642897"/>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0000C6"/>
              </a:buClr>
              <a:buSzPts val="2700"/>
              <a:buFont typeface="Arial"/>
              <a:buNone/>
            </a:pPr>
            <a:r>
              <a:rPr lang="en" cap="none"/>
              <a:t>AI Sec Ops</a:t>
            </a:r>
            <a:endParaRPr sz="2700" cap="none"/>
          </a:p>
        </p:txBody>
      </p:sp>
      <p:sp>
        <p:nvSpPr>
          <p:cNvPr id="513" name="Google Shape;513;p49"/>
          <p:cNvSpPr txBox="1"/>
          <p:nvPr/>
        </p:nvSpPr>
        <p:spPr>
          <a:xfrm>
            <a:off x="73868" y="524769"/>
            <a:ext cx="3833597" cy="1107996"/>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Arial"/>
                <a:ea typeface="Arial"/>
                <a:cs typeface="Arial"/>
                <a:sym typeface="Arial"/>
              </a:rPr>
              <a:t>AuthNull aims to deliver a Virtual AI powered staff that uses LLAMA2 / RAG using logs, inherited permissions on target platforms, rules and other dataset available. This tool will act as an IT admin</a:t>
            </a:r>
            <a:endParaRPr sz="1100"/>
          </a:p>
        </p:txBody>
      </p:sp>
      <p:sp>
        <p:nvSpPr>
          <p:cNvPr id="514" name="Google Shape;514;p49"/>
          <p:cNvSpPr txBox="1"/>
          <p:nvPr/>
        </p:nvSpPr>
        <p:spPr>
          <a:xfrm>
            <a:off x="863730" y="1742618"/>
            <a:ext cx="2910662" cy="761747"/>
          </a:xfrm>
          <a:prstGeom prst="rect">
            <a:avLst/>
          </a:prstGeom>
          <a:solidFill>
            <a:srgbClr val="DDEAF6"/>
          </a:solid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a:solidFill>
                  <a:schemeClr val="dk1"/>
                </a:solidFill>
                <a:latin typeface="Arial"/>
                <a:ea typeface="Arial"/>
                <a:cs typeface="Arial"/>
                <a:sym typeface="Arial"/>
              </a:rPr>
              <a:t>Who are the high risk users. Recommend rules to strip permissions to these high risk users?</a:t>
            </a:r>
            <a:endParaRPr sz="1100"/>
          </a:p>
          <a:p>
            <a:pPr marL="0" marR="0" lvl="0" indent="0" algn="l" rtl="0">
              <a:spcBef>
                <a:spcPts val="0"/>
              </a:spcBef>
              <a:spcAft>
                <a:spcPts val="0"/>
              </a:spcAft>
              <a:buNone/>
            </a:pPr>
            <a:endParaRPr sz="900">
              <a:solidFill>
                <a:schemeClr val="dk1"/>
              </a:solidFill>
              <a:latin typeface="Arial"/>
              <a:ea typeface="Arial"/>
              <a:cs typeface="Arial"/>
              <a:sym typeface="Arial"/>
            </a:endParaRPr>
          </a:p>
          <a:p>
            <a:pPr marL="0" marR="0" lvl="0" indent="0" algn="l" rtl="0">
              <a:spcBef>
                <a:spcPts val="0"/>
              </a:spcBef>
              <a:spcAft>
                <a:spcPts val="0"/>
              </a:spcAft>
              <a:buNone/>
            </a:pPr>
            <a:r>
              <a:rPr lang="en" sz="900">
                <a:solidFill>
                  <a:schemeClr val="dk1"/>
                </a:solidFill>
                <a:latin typeface="Arial"/>
                <a:ea typeface="Arial"/>
                <a:cs typeface="Arial"/>
                <a:sym typeface="Arial"/>
              </a:rPr>
              <a:t>Please explain the users who will get impacted by these new rules you recommended</a:t>
            </a:r>
            <a:endParaRPr sz="1100"/>
          </a:p>
        </p:txBody>
      </p:sp>
      <p:pic>
        <p:nvPicPr>
          <p:cNvPr id="515" name="Google Shape;515;p49"/>
          <p:cNvPicPr preferRelativeResize="0"/>
          <p:nvPr/>
        </p:nvPicPr>
        <p:blipFill rotWithShape="1">
          <a:blip r:embed="rId3">
            <a:alphaModFix/>
          </a:blip>
          <a:srcRect/>
          <a:stretch/>
        </p:blipFill>
        <p:spPr>
          <a:xfrm>
            <a:off x="4095804" y="283900"/>
            <a:ext cx="2705320" cy="1939717"/>
          </a:xfrm>
          <a:prstGeom prst="rect">
            <a:avLst/>
          </a:prstGeom>
          <a:noFill/>
          <a:ln>
            <a:noFill/>
          </a:ln>
        </p:spPr>
      </p:pic>
      <p:pic>
        <p:nvPicPr>
          <p:cNvPr id="516" name="Google Shape;516;p49"/>
          <p:cNvPicPr preferRelativeResize="0"/>
          <p:nvPr/>
        </p:nvPicPr>
        <p:blipFill rotWithShape="1">
          <a:blip r:embed="rId4">
            <a:alphaModFix/>
          </a:blip>
          <a:srcRect/>
          <a:stretch/>
        </p:blipFill>
        <p:spPr>
          <a:xfrm>
            <a:off x="4095804" y="2475731"/>
            <a:ext cx="4096298" cy="1083453"/>
          </a:xfrm>
          <a:prstGeom prst="rect">
            <a:avLst/>
          </a:prstGeom>
          <a:noFill/>
          <a:ln>
            <a:noFill/>
          </a:ln>
        </p:spPr>
      </p:pic>
      <p:sp>
        <p:nvSpPr>
          <p:cNvPr id="517" name="Google Shape;517;p49"/>
          <p:cNvSpPr txBox="1"/>
          <p:nvPr/>
        </p:nvSpPr>
        <p:spPr>
          <a:xfrm>
            <a:off x="174440" y="2686361"/>
            <a:ext cx="2910662" cy="1177245"/>
          </a:xfrm>
          <a:prstGeom prst="rect">
            <a:avLst/>
          </a:prstGeom>
          <a:solidFill>
            <a:srgbClr val="00008E"/>
          </a:solid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a:solidFill>
                  <a:schemeClr val="lt1"/>
                </a:solidFill>
                <a:latin typeface="Arial"/>
                <a:ea typeface="Arial"/>
                <a:cs typeface="Arial"/>
                <a:sym typeface="Arial"/>
              </a:rPr>
              <a:t>Sure: Here are the rules that may probably help you define “high risk” users (tab 1)</a:t>
            </a:r>
            <a:endParaRPr sz="1100"/>
          </a:p>
          <a:p>
            <a:pPr marL="0" marR="0" lvl="0" indent="0" algn="l" rtl="0">
              <a:spcBef>
                <a:spcPts val="0"/>
              </a:spcBef>
              <a:spcAft>
                <a:spcPts val="0"/>
              </a:spcAft>
              <a:buNone/>
            </a:pPr>
            <a:endParaRPr sz="900">
              <a:solidFill>
                <a:schemeClr val="lt1"/>
              </a:solidFill>
              <a:latin typeface="Arial"/>
              <a:ea typeface="Arial"/>
              <a:cs typeface="Arial"/>
              <a:sym typeface="Arial"/>
            </a:endParaRPr>
          </a:p>
          <a:p>
            <a:pPr marL="0" marR="0" lvl="0" indent="0" algn="l" rtl="0">
              <a:spcBef>
                <a:spcPts val="0"/>
              </a:spcBef>
              <a:spcAft>
                <a:spcPts val="0"/>
              </a:spcAft>
              <a:buNone/>
            </a:pPr>
            <a:r>
              <a:rPr lang="en" sz="900">
                <a:solidFill>
                  <a:schemeClr val="lt1"/>
                </a:solidFill>
                <a:latin typeface="Arial"/>
                <a:ea typeface="Arial"/>
                <a:cs typeface="Arial"/>
                <a:sym typeface="Arial"/>
              </a:rPr>
              <a:t>The users that will be impacted are shown in a new  (tab 2)</a:t>
            </a:r>
            <a:endParaRPr sz="1100"/>
          </a:p>
          <a:p>
            <a:pPr marL="0" marR="0" lvl="0" indent="0" algn="l" rtl="0">
              <a:spcBef>
                <a:spcPts val="0"/>
              </a:spcBef>
              <a:spcAft>
                <a:spcPts val="0"/>
              </a:spcAft>
              <a:buNone/>
            </a:pPr>
            <a:endParaRPr sz="900">
              <a:solidFill>
                <a:schemeClr val="lt1"/>
              </a:solidFill>
              <a:latin typeface="Arial"/>
              <a:ea typeface="Arial"/>
              <a:cs typeface="Arial"/>
              <a:sym typeface="Arial"/>
            </a:endParaRPr>
          </a:p>
          <a:p>
            <a:pPr marL="0" marR="0" lvl="0" indent="0" algn="l" rtl="0">
              <a:spcBef>
                <a:spcPts val="0"/>
              </a:spcBef>
              <a:spcAft>
                <a:spcPts val="0"/>
              </a:spcAft>
              <a:buNone/>
            </a:pPr>
            <a:r>
              <a:rPr lang="en" sz="900">
                <a:solidFill>
                  <a:schemeClr val="lt1"/>
                </a:solidFill>
                <a:latin typeface="Arial"/>
                <a:ea typeface="Arial"/>
                <a:cs typeface="Arial"/>
                <a:sym typeface="Arial"/>
              </a:rPr>
              <a:t>The permissions impacted are shown in the third tab. Simply save to implement them (tab 3)</a:t>
            </a:r>
            <a:endParaRPr sz="1100"/>
          </a:p>
        </p:txBody>
      </p:sp>
      <p:sp>
        <p:nvSpPr>
          <p:cNvPr id="518" name="Google Shape;518;p49"/>
          <p:cNvSpPr txBox="1"/>
          <p:nvPr/>
        </p:nvSpPr>
        <p:spPr>
          <a:xfrm>
            <a:off x="4025753" y="97031"/>
            <a:ext cx="484364" cy="20774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a:solidFill>
                  <a:schemeClr val="lt1"/>
                </a:solidFill>
                <a:latin typeface="Arial"/>
                <a:ea typeface="Arial"/>
                <a:cs typeface="Arial"/>
                <a:sym typeface="Arial"/>
              </a:rPr>
              <a:t>Tab #1</a:t>
            </a:r>
            <a:endParaRPr sz="1100"/>
          </a:p>
        </p:txBody>
      </p:sp>
      <p:sp>
        <p:nvSpPr>
          <p:cNvPr id="519" name="Google Shape;519;p49"/>
          <p:cNvSpPr txBox="1"/>
          <p:nvPr/>
        </p:nvSpPr>
        <p:spPr>
          <a:xfrm>
            <a:off x="4025753" y="2313463"/>
            <a:ext cx="484364" cy="20774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a:solidFill>
                  <a:schemeClr val="lt1"/>
                </a:solidFill>
                <a:latin typeface="Arial"/>
                <a:ea typeface="Arial"/>
                <a:cs typeface="Arial"/>
                <a:sym typeface="Arial"/>
              </a:rPr>
              <a:t>Tab #2</a:t>
            </a:r>
            <a:endParaRPr sz="1100"/>
          </a:p>
        </p:txBody>
      </p:sp>
      <p:pic>
        <p:nvPicPr>
          <p:cNvPr id="520" name="Google Shape;520;p49"/>
          <p:cNvPicPr preferRelativeResize="0"/>
          <p:nvPr/>
        </p:nvPicPr>
        <p:blipFill rotWithShape="1">
          <a:blip r:embed="rId5">
            <a:alphaModFix/>
          </a:blip>
          <a:srcRect/>
          <a:stretch/>
        </p:blipFill>
        <p:spPr>
          <a:xfrm>
            <a:off x="4095804" y="3803555"/>
            <a:ext cx="4474328" cy="1228701"/>
          </a:xfrm>
          <a:prstGeom prst="rect">
            <a:avLst/>
          </a:prstGeom>
          <a:noFill/>
          <a:ln>
            <a:noFill/>
          </a:ln>
        </p:spPr>
      </p:pic>
      <p:sp>
        <p:nvSpPr>
          <p:cNvPr id="521" name="Google Shape;521;p49"/>
          <p:cNvSpPr txBox="1"/>
          <p:nvPr/>
        </p:nvSpPr>
        <p:spPr>
          <a:xfrm>
            <a:off x="4025753" y="3613196"/>
            <a:ext cx="484364" cy="20774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a:solidFill>
                  <a:schemeClr val="lt1"/>
                </a:solidFill>
                <a:latin typeface="Arial"/>
                <a:ea typeface="Arial"/>
                <a:cs typeface="Arial"/>
                <a:sym typeface="Arial"/>
              </a:rPr>
              <a:t>Tab #3</a:t>
            </a:r>
            <a:endParaRPr sz="1100"/>
          </a:p>
        </p:txBody>
      </p:sp>
      <p:sp>
        <p:nvSpPr>
          <p:cNvPr id="522" name="Google Shape;522;p49"/>
          <p:cNvSpPr txBox="1"/>
          <p:nvPr/>
        </p:nvSpPr>
        <p:spPr>
          <a:xfrm>
            <a:off x="174440" y="3966255"/>
            <a:ext cx="2910662" cy="484748"/>
          </a:xfrm>
          <a:prstGeom prst="rect">
            <a:avLst/>
          </a:prstGeom>
          <a:solidFill>
            <a:srgbClr val="00008E"/>
          </a:solid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a:solidFill>
                  <a:schemeClr val="lt1"/>
                </a:solidFill>
                <a:latin typeface="Arial"/>
                <a:ea typeface="Arial"/>
                <a:cs typeface="Arial"/>
                <a:sym typeface="Arial"/>
              </a:rPr>
              <a:t>Or you can simply respond ”SAVE” and I’ll implement them for you and send the requests to your manager for approval</a:t>
            </a:r>
            <a:endParaRPr sz="1100"/>
          </a:p>
        </p:txBody>
      </p:sp>
      <p:sp>
        <p:nvSpPr>
          <p:cNvPr id="523" name="Google Shape;523;p49"/>
          <p:cNvSpPr txBox="1"/>
          <p:nvPr/>
        </p:nvSpPr>
        <p:spPr>
          <a:xfrm>
            <a:off x="863730" y="4553653"/>
            <a:ext cx="2910662" cy="207749"/>
          </a:xfrm>
          <a:prstGeom prst="rect">
            <a:avLst/>
          </a:prstGeom>
          <a:solidFill>
            <a:srgbClr val="DDEAF6"/>
          </a:solid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a:solidFill>
                  <a:schemeClr val="dk1"/>
                </a:solidFill>
                <a:latin typeface="Arial"/>
                <a:ea typeface="Arial"/>
                <a:cs typeface="Arial"/>
                <a:sym typeface="Arial"/>
              </a:rPr>
              <a:t>Yes please SAVE it.</a:t>
            </a:r>
            <a:endParaRPr sz="1100"/>
          </a:p>
        </p:txBody>
      </p:sp>
      <p:sp>
        <p:nvSpPr>
          <p:cNvPr id="524" name="Google Shape;524;p49"/>
          <p:cNvSpPr txBox="1"/>
          <p:nvPr/>
        </p:nvSpPr>
        <p:spPr>
          <a:xfrm>
            <a:off x="174440" y="4845208"/>
            <a:ext cx="2910662" cy="207749"/>
          </a:xfrm>
          <a:prstGeom prst="rect">
            <a:avLst/>
          </a:prstGeom>
          <a:solidFill>
            <a:srgbClr val="00008E"/>
          </a:solid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a:solidFill>
                  <a:schemeClr val="lt1"/>
                </a:solidFill>
                <a:latin typeface="Arial"/>
                <a:ea typeface="Arial"/>
                <a:cs typeface="Arial"/>
                <a:sym typeface="Arial"/>
              </a:rPr>
              <a:t>On It!...</a:t>
            </a:r>
            <a:endParaRPr sz="11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2171</TotalTime>
  <Words>1268</Words>
  <Application>Microsoft Macintosh PowerPoint</Application>
  <PresentationFormat>On-screen Show (16:9)</PresentationFormat>
  <Paragraphs>237</Paragraphs>
  <Slides>18</Slides>
  <Notes>18</Notes>
  <HiddenSlides>1</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18</vt:i4>
      </vt:variant>
    </vt:vector>
  </HeadingPairs>
  <TitlesOfParts>
    <vt:vector size="23" baseType="lpstr">
      <vt:lpstr>Arial</vt:lpstr>
      <vt:lpstr>Calibri</vt:lpstr>
      <vt:lpstr>Simple Light</vt:lpstr>
      <vt:lpstr>Office Theme</vt:lpstr>
      <vt:lpstr>Office Theme</vt:lpstr>
      <vt:lpstr>AI COPILOT FOR PRIVILEGED ACCESS</vt:lpstr>
      <vt:lpstr>Problem: PAM Solutions Are High Friction, And Dated.</vt:lpstr>
      <vt:lpstr>Why Now?</vt:lpstr>
      <vt:lpstr>How It Works</vt:lpstr>
      <vt:lpstr>Solution: AuthNull, Is A Modern Privileged Access Platform</vt:lpstr>
      <vt:lpstr>Competitor Matrix</vt:lpstr>
      <vt:lpstr>Business Model &amp; Opportunity</vt:lpstr>
      <vt:lpstr>GTM Strategy</vt:lpstr>
      <vt:lpstr>Traction | Pipeline</vt:lpstr>
      <vt:lpstr>Financial Model </vt:lpstr>
      <vt:lpstr>Raising $5M</vt:lpstr>
      <vt:lpstr>Team</vt:lpstr>
      <vt:lpstr>Vision</vt:lpstr>
      <vt:lpstr>THANK YOU  Asif Ali +1 408-368-3404 a@authnull.com  </vt:lpstr>
      <vt:lpstr>Appendix</vt:lpstr>
      <vt:lpstr>Product Features and Roadmap</vt:lpstr>
      <vt:lpstr>Our solution &amp; differentiation</vt:lpstr>
      <vt:lpstr>AI Sec Ops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COPILOT FOR PRIVILEGED ACCESS</dc:title>
  <cp:lastModifiedBy>Asif Ali</cp:lastModifiedBy>
  <cp:revision>2</cp:revision>
  <dcterms:modified xsi:type="dcterms:W3CDTF">2023-12-10T07:01:31Z</dcterms:modified>
</cp:coreProperties>
</file>